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69" r:id="rId5"/>
  </p:sldMasterIdLst>
  <p:notesMasterIdLst>
    <p:notesMasterId r:id="rId80"/>
  </p:notesMasterIdLst>
  <p:sldIdLst>
    <p:sldId id="256" r:id="rId6"/>
    <p:sldId id="258" r:id="rId7"/>
    <p:sldId id="259" r:id="rId8"/>
    <p:sldId id="260" r:id="rId9"/>
    <p:sldId id="267" r:id="rId10"/>
    <p:sldId id="261" r:id="rId11"/>
    <p:sldId id="263" r:id="rId12"/>
    <p:sldId id="264" r:id="rId13"/>
    <p:sldId id="265" r:id="rId14"/>
    <p:sldId id="266" r:id="rId15"/>
    <p:sldId id="268" r:id="rId16"/>
    <p:sldId id="359" r:id="rId17"/>
    <p:sldId id="360" r:id="rId18"/>
    <p:sldId id="361" r:id="rId19"/>
    <p:sldId id="293" r:id="rId20"/>
    <p:sldId id="294" r:id="rId21"/>
    <p:sldId id="296" r:id="rId22"/>
    <p:sldId id="299" r:id="rId23"/>
    <p:sldId id="300" r:id="rId24"/>
    <p:sldId id="311" r:id="rId25"/>
    <p:sldId id="312" r:id="rId26"/>
    <p:sldId id="324" r:id="rId27"/>
    <p:sldId id="313" r:id="rId28"/>
    <p:sldId id="298" r:id="rId29"/>
    <p:sldId id="301" r:id="rId30"/>
    <p:sldId id="302" r:id="rId31"/>
    <p:sldId id="303" r:id="rId32"/>
    <p:sldId id="304" r:id="rId33"/>
    <p:sldId id="356" r:id="rId34"/>
    <p:sldId id="305" r:id="rId35"/>
    <p:sldId id="306" r:id="rId36"/>
    <p:sldId id="307" r:id="rId37"/>
    <p:sldId id="309" r:id="rId38"/>
    <p:sldId id="355" r:id="rId39"/>
    <p:sldId id="310" r:id="rId40"/>
    <p:sldId id="314" r:id="rId41"/>
    <p:sldId id="354" r:id="rId42"/>
    <p:sldId id="315" r:id="rId43"/>
    <p:sldId id="316" r:id="rId44"/>
    <p:sldId id="318" r:id="rId45"/>
    <p:sldId id="321" r:id="rId46"/>
    <p:sldId id="320" r:id="rId47"/>
    <p:sldId id="333" r:id="rId48"/>
    <p:sldId id="325" r:id="rId49"/>
    <p:sldId id="326" r:id="rId50"/>
    <p:sldId id="327" r:id="rId51"/>
    <p:sldId id="328" r:id="rId52"/>
    <p:sldId id="329" r:id="rId53"/>
    <p:sldId id="330" r:id="rId54"/>
    <p:sldId id="331" r:id="rId55"/>
    <p:sldId id="332" r:id="rId56"/>
    <p:sldId id="335" r:id="rId57"/>
    <p:sldId id="336" r:id="rId58"/>
    <p:sldId id="337" r:id="rId59"/>
    <p:sldId id="338" r:id="rId60"/>
    <p:sldId id="339" r:id="rId61"/>
    <p:sldId id="340" r:id="rId62"/>
    <p:sldId id="341" r:id="rId63"/>
    <p:sldId id="342" r:id="rId64"/>
    <p:sldId id="343" r:id="rId65"/>
    <p:sldId id="344" r:id="rId66"/>
    <p:sldId id="345" r:id="rId67"/>
    <p:sldId id="346" r:id="rId68"/>
    <p:sldId id="319" r:id="rId69"/>
    <p:sldId id="323" r:id="rId70"/>
    <p:sldId id="350" r:id="rId71"/>
    <p:sldId id="347" r:id="rId72"/>
    <p:sldId id="348" r:id="rId73"/>
    <p:sldId id="349" r:id="rId74"/>
    <p:sldId id="351" r:id="rId75"/>
    <p:sldId id="352" r:id="rId76"/>
    <p:sldId id="353" r:id="rId77"/>
    <p:sldId id="358" r:id="rId78"/>
    <p:sldId id="357" r:id="rId7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CFD2C29-291E-7EDF-5D55-9ACBEA0035BD}" name="Mcnally, Alexandra C (Federal)" initials="MAC(" userId="S::mcnallya@mms.gov::1fb2cf0e-7314-4b88-8b2a-941b8aa89d1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AFE6"/>
    <a:srgbClr val="609B4B"/>
    <a:srgbClr val="609B48"/>
    <a:srgbClr val="21532E"/>
    <a:srgbClr val="E6E6E6"/>
    <a:srgbClr val="1B532D"/>
    <a:srgbClr val="15AFE5"/>
    <a:srgbClr val="283890"/>
    <a:srgbClr val="262161"/>
    <a:srgbClr val="4E73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335" autoAdjust="0"/>
    <p:restoredTop sz="79241" autoAdjust="0"/>
  </p:normalViewPr>
  <p:slideViewPr>
    <p:cSldViewPr snapToGrid="0">
      <p:cViewPr varScale="1">
        <p:scale>
          <a:sx n="89" d="100"/>
          <a:sy n="89" d="100"/>
        </p:scale>
        <p:origin x="1758" y="90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84" Type="http://schemas.openxmlformats.org/officeDocument/2006/relationships/tableStyles" Target="tableStyles.xml"/><Relationship Id="rId16" Type="http://schemas.openxmlformats.org/officeDocument/2006/relationships/slide" Target="slides/slide11.xml"/><Relationship Id="rId11" Type="http://schemas.openxmlformats.org/officeDocument/2006/relationships/slide" Target="slides/slide6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74" Type="http://schemas.openxmlformats.org/officeDocument/2006/relationships/slide" Target="slides/slide69.xml"/><Relationship Id="rId79" Type="http://schemas.openxmlformats.org/officeDocument/2006/relationships/slide" Target="slides/slide74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77" Type="http://schemas.openxmlformats.org/officeDocument/2006/relationships/slide" Target="slides/slide72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80" Type="http://schemas.openxmlformats.org/officeDocument/2006/relationships/notesMaster" Target="notesMasters/notesMaster1.xml"/><Relationship Id="rId85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slide" Target="slides/slide65.xml"/><Relationship Id="rId75" Type="http://schemas.openxmlformats.org/officeDocument/2006/relationships/slide" Target="slides/slide70.xml"/><Relationship Id="rId83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slide" Target="slides/slide68.xml"/><Relationship Id="rId78" Type="http://schemas.openxmlformats.org/officeDocument/2006/relationships/slide" Target="slides/slide73.xml"/><Relationship Id="rId81" Type="http://schemas.openxmlformats.org/officeDocument/2006/relationships/presProps" Target="presProps.xml"/><Relationship Id="rId86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slide" Target="slides/slide71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2" Type="http://schemas.openxmlformats.org/officeDocument/2006/relationships/customXml" Target="../customXml/item2.xml"/><Relationship Id="rId29" Type="http://schemas.openxmlformats.org/officeDocument/2006/relationships/slide" Target="slides/slide24.xml"/><Relationship Id="rId24" Type="http://schemas.openxmlformats.org/officeDocument/2006/relationships/slide" Target="slides/slide19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slide" Target="slides/slide61.xml"/><Relationship Id="rId61" Type="http://schemas.openxmlformats.org/officeDocument/2006/relationships/slide" Target="slides/slide56.xml"/><Relationship Id="rId8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nDenDriessche, Steven M (Federal)" userId="25ef35ff-a893-4ba2-b6b5-d9e16116b1ab" providerId="ADAL" clId="{EC0A5BB0-8806-4956-8543-F4F593086343}"/>
    <pc:docChg chg="modSld">
      <pc:chgData name="VanDenDriessche, Steven M (Federal)" userId="25ef35ff-a893-4ba2-b6b5-d9e16116b1ab" providerId="ADAL" clId="{EC0A5BB0-8806-4956-8543-F4F593086343}" dt="2024-05-20T16:38:17.995" v="2" actId="14826"/>
      <pc:docMkLst>
        <pc:docMk/>
      </pc:docMkLst>
      <pc:sldChg chg="modSp mod">
        <pc:chgData name="VanDenDriessche, Steven M (Federal)" userId="25ef35ff-a893-4ba2-b6b5-d9e16116b1ab" providerId="ADAL" clId="{EC0A5BB0-8806-4956-8543-F4F593086343}" dt="2024-05-20T16:37:54.890" v="0" actId="14826"/>
        <pc:sldMkLst>
          <pc:docMk/>
          <pc:sldMk cId="552423055" sldId="331"/>
        </pc:sldMkLst>
        <pc:picChg chg="mod">
          <ac:chgData name="VanDenDriessche, Steven M (Federal)" userId="25ef35ff-a893-4ba2-b6b5-d9e16116b1ab" providerId="ADAL" clId="{EC0A5BB0-8806-4956-8543-F4F593086343}" dt="2024-05-20T16:37:54.890" v="0" actId="14826"/>
          <ac:picMkLst>
            <pc:docMk/>
            <pc:sldMk cId="552423055" sldId="331"/>
            <ac:picMk id="21" creationId="{CBB305ED-791E-BC93-1833-3437B4F92E6C}"/>
          </ac:picMkLst>
        </pc:picChg>
      </pc:sldChg>
      <pc:sldChg chg="modSp mod">
        <pc:chgData name="VanDenDriessche, Steven M (Federal)" userId="25ef35ff-a893-4ba2-b6b5-d9e16116b1ab" providerId="ADAL" clId="{EC0A5BB0-8806-4956-8543-F4F593086343}" dt="2024-05-20T16:38:12.468" v="1" actId="14826"/>
        <pc:sldMkLst>
          <pc:docMk/>
          <pc:sldMk cId="3985795638" sldId="332"/>
        </pc:sldMkLst>
        <pc:picChg chg="mod">
          <ac:chgData name="VanDenDriessche, Steven M (Federal)" userId="25ef35ff-a893-4ba2-b6b5-d9e16116b1ab" providerId="ADAL" clId="{EC0A5BB0-8806-4956-8543-F4F593086343}" dt="2024-05-20T16:38:12.468" v="1" actId="14826"/>
          <ac:picMkLst>
            <pc:docMk/>
            <pc:sldMk cId="3985795638" sldId="332"/>
            <ac:picMk id="3" creationId="{7A17F5F2-8908-1462-A416-C755E5DA614C}"/>
          </ac:picMkLst>
        </pc:picChg>
      </pc:sldChg>
      <pc:sldChg chg="modSp mod">
        <pc:chgData name="VanDenDriessche, Steven M (Federal)" userId="25ef35ff-a893-4ba2-b6b5-d9e16116b1ab" providerId="ADAL" clId="{EC0A5BB0-8806-4956-8543-F4F593086343}" dt="2024-05-20T16:38:17.995" v="2" actId="14826"/>
        <pc:sldMkLst>
          <pc:docMk/>
          <pc:sldMk cId="1505331889" sldId="335"/>
        </pc:sldMkLst>
        <pc:picChg chg="mod">
          <ac:chgData name="VanDenDriessche, Steven M (Federal)" userId="25ef35ff-a893-4ba2-b6b5-d9e16116b1ab" providerId="ADAL" clId="{EC0A5BB0-8806-4956-8543-F4F593086343}" dt="2024-05-20T16:38:17.995" v="2" actId="14826"/>
          <ac:picMkLst>
            <pc:docMk/>
            <pc:sldMk cId="1505331889" sldId="335"/>
            <ac:picMk id="3" creationId="{E3A2F018-058A-E84A-A705-1AAD50B4DDC6}"/>
          </ac:picMkLst>
        </pc:picChg>
      </pc:sldChg>
    </pc:docChg>
  </pc:docChgLst>
  <pc:docChgLst>
    <pc:chgData name="VanDenDriessche, Steven M (Federal)" userId="25ef35ff-a893-4ba2-b6b5-d9e16116b1ab" providerId="ADAL" clId="{4324992F-2AD4-4AE3-B4BD-B65D6660D0D8}"/>
    <pc:docChg chg="undo custSel addSld delSld modSld sldOrd modMainMaster modNotesMaster">
      <pc:chgData name="VanDenDriessche, Steven M (Federal)" userId="25ef35ff-a893-4ba2-b6b5-d9e16116b1ab" providerId="ADAL" clId="{4324992F-2AD4-4AE3-B4BD-B65D6660D0D8}" dt="2024-05-17T18:25:15.348" v="1105"/>
      <pc:docMkLst>
        <pc:docMk/>
      </pc:docMkLst>
      <pc:sldChg chg="modSp mod modNotes">
        <pc:chgData name="VanDenDriessche, Steven M (Federal)" userId="25ef35ff-a893-4ba2-b6b5-d9e16116b1ab" providerId="ADAL" clId="{4324992F-2AD4-4AE3-B4BD-B65D6660D0D8}" dt="2024-05-09T14:28:23.576" v="37"/>
        <pc:sldMkLst>
          <pc:docMk/>
          <pc:sldMk cId="1048123392" sldId="256"/>
        </pc:sldMkLst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1048123392" sldId="256"/>
            <ac:spMk id="10" creationId="{1943EC73-5B98-7A9C-EBD9-ECD0B9926D39}"/>
          </ac:spMkLst>
        </pc:sp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1048123392" sldId="256"/>
            <ac:picMk id="8" creationId="{0285BBB3-FDA0-B925-12DC-E31EB8A9127D}"/>
          </ac:picMkLst>
        </pc:picChg>
      </pc:sldChg>
      <pc:sldChg chg="modSp modNotes">
        <pc:chgData name="VanDenDriessche, Steven M (Federal)" userId="25ef35ff-a893-4ba2-b6b5-d9e16116b1ab" providerId="ADAL" clId="{4324992F-2AD4-4AE3-B4BD-B65D6660D0D8}" dt="2024-05-09T14:28:23.576" v="37"/>
        <pc:sldMkLst>
          <pc:docMk/>
          <pc:sldMk cId="4086587325" sldId="258"/>
        </pc:sldMkLst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4086587325" sldId="258"/>
            <ac:spMk id="3" creationId="{1AF28D09-1493-8DD7-CA9B-84A22DF10FD9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4086587325" sldId="258"/>
            <ac:spMk id="8" creationId="{43F4623B-C125-EA9E-870B-7F692A9EA108}"/>
          </ac:spMkLst>
        </pc:sp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4086587325" sldId="258"/>
            <ac:picMk id="7" creationId="{5635D656-AAE4-538A-6EE4-02B642C47C39}"/>
          </ac:picMkLst>
        </pc:picChg>
      </pc:sldChg>
      <pc:sldChg chg="modSp mod modAnim modNotes">
        <pc:chgData name="VanDenDriessche, Steven M (Federal)" userId="25ef35ff-a893-4ba2-b6b5-d9e16116b1ab" providerId="ADAL" clId="{4324992F-2AD4-4AE3-B4BD-B65D6660D0D8}" dt="2024-05-16T00:47:36.162" v="988" actId="20577"/>
        <pc:sldMkLst>
          <pc:docMk/>
          <pc:sldMk cId="44015444" sldId="259"/>
        </pc:sldMkLst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44015444" sldId="259"/>
            <ac:spMk id="2" creationId="{54A5C342-164D-87E6-B0A8-A7E442151906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44015444" sldId="259"/>
            <ac:spMk id="4" creationId="{D8CFBE5C-CFD0-C60F-F039-DCAC410C8C77}"/>
          </ac:spMkLst>
        </pc:spChg>
        <pc:spChg chg="mod">
          <ac:chgData name="VanDenDriessche, Steven M (Federal)" userId="25ef35ff-a893-4ba2-b6b5-d9e16116b1ab" providerId="ADAL" clId="{4324992F-2AD4-4AE3-B4BD-B65D6660D0D8}" dt="2024-05-16T00:47:36.162" v="988" actId="20577"/>
          <ac:spMkLst>
            <pc:docMk/>
            <pc:sldMk cId="44015444" sldId="259"/>
            <ac:spMk id="5" creationId="{E74153BE-F9DB-F8B2-5264-8A03F7263839}"/>
          </ac:spMkLst>
        </pc:spChg>
      </pc:sldChg>
      <pc:sldChg chg="modSp modNotes">
        <pc:chgData name="VanDenDriessche, Steven M (Federal)" userId="25ef35ff-a893-4ba2-b6b5-d9e16116b1ab" providerId="ADAL" clId="{4324992F-2AD4-4AE3-B4BD-B65D6660D0D8}" dt="2024-05-09T14:28:23.576" v="37"/>
        <pc:sldMkLst>
          <pc:docMk/>
          <pc:sldMk cId="1959660072" sldId="260"/>
        </pc:sldMkLst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1959660072" sldId="260"/>
            <ac:spMk id="2" creationId="{7A0FC1A3-49F4-0C96-9A82-5BC8AA32B7E1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1959660072" sldId="260"/>
            <ac:spMk id="5" creationId="{E74153BE-F9DB-F8B2-5264-8A03F7263839}"/>
          </ac:spMkLst>
        </pc:sp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1959660072" sldId="260"/>
            <ac:picMk id="6" creationId="{591756F1-7899-63FF-AA5D-F27CB712F878}"/>
          </ac:picMkLst>
        </pc:pic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1959660072" sldId="260"/>
            <ac:picMk id="8" creationId="{1078D436-7F3E-8CAA-2AA8-0E0457FFB1A8}"/>
          </ac:picMkLst>
        </pc:pic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1959660072" sldId="260"/>
            <ac:picMk id="10" creationId="{DA6520CD-F7FD-228C-0FA4-0279F0637B7D}"/>
          </ac:picMkLst>
        </pc:pic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1959660072" sldId="260"/>
            <ac:picMk id="12" creationId="{34F6A81A-EF76-0B7C-A63A-03EB3D3CCC07}"/>
          </ac:picMkLst>
        </pc:picChg>
      </pc:sldChg>
      <pc:sldChg chg="modSp modNotes modNotesTx">
        <pc:chgData name="VanDenDriessche, Steven M (Federal)" userId="25ef35ff-a893-4ba2-b6b5-d9e16116b1ab" providerId="ADAL" clId="{4324992F-2AD4-4AE3-B4BD-B65D6660D0D8}" dt="2024-05-17T17:43:55.235" v="1096" actId="20577"/>
        <pc:sldMkLst>
          <pc:docMk/>
          <pc:sldMk cId="8937887" sldId="261"/>
        </pc:sldMkLst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8937887" sldId="261"/>
            <ac:spMk id="2" creationId="{0BF6964C-4534-35D8-59D5-2832C42648CE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8937887" sldId="261"/>
            <ac:spMk id="4" creationId="{D8CFBE5C-CFD0-C60F-F039-DCAC410C8C77}"/>
          </ac:spMkLst>
        </pc:sp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8937887" sldId="261"/>
            <ac:picMk id="10" creationId="{F3F37773-7397-0B28-2DF8-4EB67535C5E5}"/>
          </ac:picMkLst>
        </pc:picChg>
      </pc:sldChg>
      <pc:sldChg chg="modSp modNotes modNotesTx">
        <pc:chgData name="VanDenDriessche, Steven M (Federal)" userId="25ef35ff-a893-4ba2-b6b5-d9e16116b1ab" providerId="ADAL" clId="{4324992F-2AD4-4AE3-B4BD-B65D6660D0D8}" dt="2024-05-17T17:43:53.351" v="1095" actId="20577"/>
        <pc:sldMkLst>
          <pc:docMk/>
          <pc:sldMk cId="2297182068" sldId="263"/>
        </pc:sldMkLst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2297182068" sldId="263"/>
            <ac:spMk id="2" creationId="{B82A8D03-2751-C28A-D6FA-AC884EDDBE7F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2297182068" sldId="263"/>
            <ac:spMk id="7" creationId="{9BCDF1A0-BAF4-E659-9D42-A30260D8C3BB}"/>
          </ac:spMkLst>
        </pc:sp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2297182068" sldId="263"/>
            <ac:picMk id="8" creationId="{26F791C5-72AF-467E-D6D8-EDF05AD53410}"/>
          </ac:picMkLst>
        </pc:picChg>
      </pc:sldChg>
      <pc:sldChg chg="modSp modNotes modNotesTx">
        <pc:chgData name="VanDenDriessche, Steven M (Federal)" userId="25ef35ff-a893-4ba2-b6b5-d9e16116b1ab" providerId="ADAL" clId="{4324992F-2AD4-4AE3-B4BD-B65D6660D0D8}" dt="2024-05-17T17:43:51.085" v="1094" actId="20577"/>
        <pc:sldMkLst>
          <pc:docMk/>
          <pc:sldMk cId="1711536530" sldId="264"/>
        </pc:sldMkLst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1711536530" sldId="264"/>
            <ac:spMk id="2" creationId="{20F778C9-DCEF-38DD-95E8-49CB965C35DE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1711536530" sldId="264"/>
            <ac:spMk id="7" creationId="{9C38018F-A078-DA57-DF60-A1EEFD8EAF00}"/>
          </ac:spMkLst>
        </pc:sp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1711536530" sldId="264"/>
            <ac:picMk id="8" creationId="{26F791C5-72AF-467E-D6D8-EDF05AD53410}"/>
          </ac:picMkLst>
        </pc:picChg>
      </pc:sldChg>
      <pc:sldChg chg="modSp modNotes modNotesTx">
        <pc:chgData name="VanDenDriessche, Steven M (Federal)" userId="25ef35ff-a893-4ba2-b6b5-d9e16116b1ab" providerId="ADAL" clId="{4324992F-2AD4-4AE3-B4BD-B65D6660D0D8}" dt="2024-05-17T17:43:49.571" v="1093" actId="20577"/>
        <pc:sldMkLst>
          <pc:docMk/>
          <pc:sldMk cId="1877211537" sldId="265"/>
        </pc:sldMkLst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1877211537" sldId="265"/>
            <ac:spMk id="2" creationId="{9068F80F-BAEE-E11A-A5B1-5E5935B1FBE4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1877211537" sldId="265"/>
            <ac:spMk id="7" creationId="{78A018D7-5928-186F-789F-7A2FA93D0DFC}"/>
          </ac:spMkLst>
        </pc:sp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1877211537" sldId="265"/>
            <ac:picMk id="8" creationId="{26F791C5-72AF-467E-D6D8-EDF05AD53410}"/>
          </ac:picMkLst>
        </pc:picChg>
      </pc:sldChg>
      <pc:sldChg chg="modSp modNotes modNotesTx">
        <pc:chgData name="VanDenDriessche, Steven M (Federal)" userId="25ef35ff-a893-4ba2-b6b5-d9e16116b1ab" providerId="ADAL" clId="{4324992F-2AD4-4AE3-B4BD-B65D6660D0D8}" dt="2024-05-17T17:43:46.197" v="1092" actId="20577"/>
        <pc:sldMkLst>
          <pc:docMk/>
          <pc:sldMk cId="61594101" sldId="266"/>
        </pc:sldMkLst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61594101" sldId="266"/>
            <ac:spMk id="2" creationId="{99D138F5-9491-56DB-1807-A8B3E653282E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61594101" sldId="266"/>
            <ac:spMk id="5" creationId="{29ABAC2E-005E-1F63-660D-3AE487FAE029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61594101" sldId="266"/>
            <ac:spMk id="6" creationId="{D8161AC4-0319-0FBC-519C-4E7C8AE89073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61594101" sldId="266"/>
            <ac:spMk id="10" creationId="{FAF39E4B-24B5-6277-A51B-34EAF87ACE63}"/>
          </ac:spMkLst>
        </pc:sp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61594101" sldId="266"/>
            <ac:picMk id="8" creationId="{26F791C5-72AF-467E-D6D8-EDF05AD53410}"/>
          </ac:picMkLst>
        </pc:picChg>
      </pc:sldChg>
      <pc:sldChg chg="modSp modNotes">
        <pc:chgData name="VanDenDriessche, Steven M (Federal)" userId="25ef35ff-a893-4ba2-b6b5-d9e16116b1ab" providerId="ADAL" clId="{4324992F-2AD4-4AE3-B4BD-B65D6660D0D8}" dt="2024-05-09T14:28:23.576" v="37"/>
        <pc:sldMkLst>
          <pc:docMk/>
          <pc:sldMk cId="650370863" sldId="267"/>
        </pc:sldMkLst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650370863" sldId="267"/>
            <ac:spMk id="2" creationId="{8EED6D79-14E9-13D4-8A63-C33A31EB412A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650370863" sldId="267"/>
            <ac:spMk id="5" creationId="{E74153BE-F9DB-F8B2-5264-8A03F7263839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650370863" sldId="267"/>
            <ac:spMk id="8" creationId="{0E9BEBDA-221B-6DA9-D928-0EDCE29B48ED}"/>
          </ac:spMkLst>
        </pc:spChg>
      </pc:sldChg>
      <pc:sldChg chg="modSp modNotes">
        <pc:chgData name="VanDenDriessche, Steven M (Federal)" userId="25ef35ff-a893-4ba2-b6b5-d9e16116b1ab" providerId="ADAL" clId="{4324992F-2AD4-4AE3-B4BD-B65D6660D0D8}" dt="2024-05-09T14:28:23.576" v="37"/>
        <pc:sldMkLst>
          <pc:docMk/>
          <pc:sldMk cId="68295556" sldId="268"/>
        </pc:sldMkLst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68295556" sldId="268"/>
            <ac:spMk id="5" creationId="{0552377F-ABFE-20DF-B72C-2142097EDD58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68295556" sldId="268"/>
            <ac:spMk id="6" creationId="{C11047F4-4FAC-ECCE-B2AF-51E38A1596BD}"/>
          </ac:spMkLst>
        </pc:sp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68295556" sldId="268"/>
            <ac:picMk id="4" creationId="{5ADC0ED7-FC6C-893C-1029-F26B24020C09}"/>
          </ac:picMkLst>
        </pc:picChg>
      </pc:sldChg>
      <pc:sldChg chg="modSp del modNotes">
        <pc:chgData name="VanDenDriessche, Steven M (Federal)" userId="25ef35ff-a893-4ba2-b6b5-d9e16116b1ab" providerId="ADAL" clId="{4324992F-2AD4-4AE3-B4BD-B65D6660D0D8}" dt="2024-05-16T00:28:36.906" v="425" actId="47"/>
        <pc:sldMkLst>
          <pc:docMk/>
          <pc:sldMk cId="1836881523" sldId="269"/>
        </pc:sldMkLst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1836881523" sldId="269"/>
            <ac:spMk id="2" creationId="{7A8DF4A5-97F6-934A-92AF-DCA63D8BD2C6}"/>
          </ac:spMkLst>
        </pc:sp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1836881523" sldId="269"/>
            <ac:picMk id="6" creationId="{F0F73577-7838-76BB-EF8A-82CEEB2A0BB6}"/>
          </ac:picMkLst>
        </pc:picChg>
      </pc:sldChg>
      <pc:sldChg chg="modSp del modNotes">
        <pc:chgData name="VanDenDriessche, Steven M (Federal)" userId="25ef35ff-a893-4ba2-b6b5-d9e16116b1ab" providerId="ADAL" clId="{4324992F-2AD4-4AE3-B4BD-B65D6660D0D8}" dt="2024-05-16T00:28:36.906" v="425" actId="47"/>
        <pc:sldMkLst>
          <pc:docMk/>
          <pc:sldMk cId="3041317488" sldId="270"/>
        </pc:sldMkLst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3041317488" sldId="270"/>
            <ac:spMk id="7" creationId="{99321F32-A3E0-A90B-C80B-B46B7763BA98}"/>
          </ac:spMkLst>
        </pc:sp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3041317488" sldId="270"/>
            <ac:picMk id="6" creationId="{F0F73577-7838-76BB-EF8A-82CEEB2A0BB6}"/>
          </ac:picMkLst>
        </pc:picChg>
      </pc:sldChg>
      <pc:sldChg chg="modSp del modNotes">
        <pc:chgData name="VanDenDriessche, Steven M (Federal)" userId="25ef35ff-a893-4ba2-b6b5-d9e16116b1ab" providerId="ADAL" clId="{4324992F-2AD4-4AE3-B4BD-B65D6660D0D8}" dt="2024-05-16T00:28:36.906" v="425" actId="47"/>
        <pc:sldMkLst>
          <pc:docMk/>
          <pc:sldMk cId="2950863438" sldId="271"/>
        </pc:sldMkLst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2950863438" sldId="271"/>
            <ac:spMk id="7" creationId="{0E9E5FCF-D5DD-71CC-7843-CE5AC992D16E}"/>
          </ac:spMkLst>
        </pc:sp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2950863438" sldId="271"/>
            <ac:picMk id="6" creationId="{F0F73577-7838-76BB-EF8A-82CEEB2A0BB6}"/>
          </ac:picMkLst>
        </pc:picChg>
      </pc:sldChg>
      <pc:sldChg chg="modSp del modNotes">
        <pc:chgData name="VanDenDriessche, Steven M (Federal)" userId="25ef35ff-a893-4ba2-b6b5-d9e16116b1ab" providerId="ADAL" clId="{4324992F-2AD4-4AE3-B4BD-B65D6660D0D8}" dt="2024-05-16T00:28:36.906" v="425" actId="47"/>
        <pc:sldMkLst>
          <pc:docMk/>
          <pc:sldMk cId="2813830970" sldId="272"/>
        </pc:sldMkLst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2813830970" sldId="272"/>
            <ac:spMk id="7" creationId="{7A1C7D0D-5285-1C23-4618-5E5442EC2839}"/>
          </ac:spMkLst>
        </pc:sp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2813830970" sldId="272"/>
            <ac:picMk id="6" creationId="{F0F73577-7838-76BB-EF8A-82CEEB2A0BB6}"/>
          </ac:picMkLst>
        </pc:picChg>
      </pc:sldChg>
      <pc:sldChg chg="modSp del modNotes">
        <pc:chgData name="VanDenDriessche, Steven M (Federal)" userId="25ef35ff-a893-4ba2-b6b5-d9e16116b1ab" providerId="ADAL" clId="{4324992F-2AD4-4AE3-B4BD-B65D6660D0D8}" dt="2024-05-16T00:28:36.906" v="425" actId="47"/>
        <pc:sldMkLst>
          <pc:docMk/>
          <pc:sldMk cId="1516040396" sldId="273"/>
        </pc:sldMkLst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1516040396" sldId="273"/>
            <ac:spMk id="7" creationId="{8613A541-DC31-9DF5-2C80-812D5BF26D04}"/>
          </ac:spMkLst>
        </pc:sp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1516040396" sldId="273"/>
            <ac:picMk id="6" creationId="{F0F73577-7838-76BB-EF8A-82CEEB2A0BB6}"/>
          </ac:picMkLst>
        </pc:picChg>
      </pc:sldChg>
      <pc:sldChg chg="modSp del modNotes">
        <pc:chgData name="VanDenDriessche, Steven M (Federal)" userId="25ef35ff-a893-4ba2-b6b5-d9e16116b1ab" providerId="ADAL" clId="{4324992F-2AD4-4AE3-B4BD-B65D6660D0D8}" dt="2024-05-16T00:28:36.906" v="425" actId="47"/>
        <pc:sldMkLst>
          <pc:docMk/>
          <pc:sldMk cId="2367047531" sldId="275"/>
        </pc:sldMkLst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2367047531" sldId="275"/>
            <ac:spMk id="7" creationId="{00242C74-C6C7-5B40-1737-1C96F93C9E4B}"/>
          </ac:spMkLst>
        </pc:sp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2367047531" sldId="275"/>
            <ac:picMk id="6" creationId="{F0F73577-7838-76BB-EF8A-82CEEB2A0BB6}"/>
          </ac:picMkLst>
        </pc:picChg>
      </pc:sldChg>
      <pc:sldChg chg="modSp del modNotes">
        <pc:chgData name="VanDenDriessche, Steven M (Federal)" userId="25ef35ff-a893-4ba2-b6b5-d9e16116b1ab" providerId="ADAL" clId="{4324992F-2AD4-4AE3-B4BD-B65D6660D0D8}" dt="2024-05-16T00:28:36.906" v="425" actId="47"/>
        <pc:sldMkLst>
          <pc:docMk/>
          <pc:sldMk cId="4235799865" sldId="276"/>
        </pc:sldMkLst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4235799865" sldId="276"/>
            <ac:spMk id="7" creationId="{6165D4B3-D0E6-D9EE-DC56-D5B5E4ECDD46}"/>
          </ac:spMkLst>
        </pc:sp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4235799865" sldId="276"/>
            <ac:picMk id="6" creationId="{F0F73577-7838-76BB-EF8A-82CEEB2A0BB6}"/>
          </ac:picMkLst>
        </pc:picChg>
      </pc:sldChg>
      <pc:sldChg chg="modSp del modNotes">
        <pc:chgData name="VanDenDriessche, Steven M (Federal)" userId="25ef35ff-a893-4ba2-b6b5-d9e16116b1ab" providerId="ADAL" clId="{4324992F-2AD4-4AE3-B4BD-B65D6660D0D8}" dt="2024-05-16T00:28:36.906" v="425" actId="47"/>
        <pc:sldMkLst>
          <pc:docMk/>
          <pc:sldMk cId="596319846" sldId="277"/>
        </pc:sldMkLst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596319846" sldId="277"/>
            <ac:spMk id="7" creationId="{DA43E2CA-0B9C-3A23-D3CB-68134DB92873}"/>
          </ac:spMkLst>
        </pc:sp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596319846" sldId="277"/>
            <ac:picMk id="6" creationId="{F0F73577-7838-76BB-EF8A-82CEEB2A0BB6}"/>
          </ac:picMkLst>
        </pc:picChg>
      </pc:sldChg>
      <pc:sldChg chg="modSp del modNotes">
        <pc:chgData name="VanDenDriessche, Steven M (Federal)" userId="25ef35ff-a893-4ba2-b6b5-d9e16116b1ab" providerId="ADAL" clId="{4324992F-2AD4-4AE3-B4BD-B65D6660D0D8}" dt="2024-05-16T00:28:36.906" v="425" actId="47"/>
        <pc:sldMkLst>
          <pc:docMk/>
          <pc:sldMk cId="3775730166" sldId="278"/>
        </pc:sldMkLst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3775730166" sldId="278"/>
            <ac:spMk id="7" creationId="{7B2F2C3E-B612-D538-2B32-F6F45C29406C}"/>
          </ac:spMkLst>
        </pc:sp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3775730166" sldId="278"/>
            <ac:picMk id="6" creationId="{F0F73577-7838-76BB-EF8A-82CEEB2A0BB6}"/>
          </ac:picMkLst>
        </pc:picChg>
      </pc:sldChg>
      <pc:sldChg chg="modSp del modNotes">
        <pc:chgData name="VanDenDriessche, Steven M (Federal)" userId="25ef35ff-a893-4ba2-b6b5-d9e16116b1ab" providerId="ADAL" clId="{4324992F-2AD4-4AE3-B4BD-B65D6660D0D8}" dt="2024-05-16T00:28:36.906" v="425" actId="47"/>
        <pc:sldMkLst>
          <pc:docMk/>
          <pc:sldMk cId="3171322312" sldId="279"/>
        </pc:sldMkLst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3171322312" sldId="279"/>
            <ac:spMk id="5" creationId="{0552377F-ABFE-20DF-B72C-2142097EDD58}"/>
          </ac:spMkLst>
        </pc:sp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3171322312" sldId="279"/>
            <ac:picMk id="4" creationId="{5ADC0ED7-FC6C-893C-1029-F26B24020C09}"/>
          </ac:picMkLst>
        </pc:picChg>
      </pc:sldChg>
      <pc:sldChg chg="modSp del modNotes">
        <pc:chgData name="VanDenDriessche, Steven M (Federal)" userId="25ef35ff-a893-4ba2-b6b5-d9e16116b1ab" providerId="ADAL" clId="{4324992F-2AD4-4AE3-B4BD-B65D6660D0D8}" dt="2024-05-16T00:28:36.906" v="425" actId="47"/>
        <pc:sldMkLst>
          <pc:docMk/>
          <pc:sldMk cId="2652798910" sldId="280"/>
        </pc:sldMkLst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2652798910" sldId="280"/>
            <ac:spMk id="2" creationId="{F2D2A6EC-4823-5A75-735A-99693A689CAD}"/>
          </ac:spMkLst>
        </pc:sp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2652798910" sldId="280"/>
            <ac:picMk id="4" creationId="{32562E80-CA06-F449-CB2E-535A3AC7ACFA}"/>
          </ac:picMkLst>
        </pc:picChg>
      </pc:sldChg>
      <pc:sldChg chg="modSp del modNotes">
        <pc:chgData name="VanDenDriessche, Steven M (Federal)" userId="25ef35ff-a893-4ba2-b6b5-d9e16116b1ab" providerId="ADAL" clId="{4324992F-2AD4-4AE3-B4BD-B65D6660D0D8}" dt="2024-05-16T00:28:36.906" v="425" actId="47"/>
        <pc:sldMkLst>
          <pc:docMk/>
          <pc:sldMk cId="538523688" sldId="281"/>
        </pc:sldMkLst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538523688" sldId="281"/>
            <ac:spMk id="5" creationId="{0552377F-ABFE-20DF-B72C-2142097EDD58}"/>
          </ac:spMkLst>
        </pc:sp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538523688" sldId="281"/>
            <ac:picMk id="4" creationId="{5ADC0ED7-FC6C-893C-1029-F26B24020C09}"/>
          </ac:picMkLst>
        </pc:picChg>
      </pc:sldChg>
      <pc:sldChg chg="modSp del modNotes">
        <pc:chgData name="VanDenDriessche, Steven M (Federal)" userId="25ef35ff-a893-4ba2-b6b5-d9e16116b1ab" providerId="ADAL" clId="{4324992F-2AD4-4AE3-B4BD-B65D6660D0D8}" dt="2024-05-16T00:28:36.906" v="425" actId="47"/>
        <pc:sldMkLst>
          <pc:docMk/>
          <pc:sldMk cId="4281208732" sldId="282"/>
        </pc:sldMkLst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4281208732" sldId="282"/>
            <ac:spMk id="2" creationId="{0581C0D6-44BA-0974-0CFF-5C80A5C717E7}"/>
          </ac:spMkLst>
        </pc:sp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4281208732" sldId="282"/>
            <ac:picMk id="4" creationId="{32562E80-CA06-F449-CB2E-535A3AC7ACFA}"/>
          </ac:picMkLst>
        </pc:picChg>
      </pc:sldChg>
      <pc:sldChg chg="modSp del modNotes">
        <pc:chgData name="VanDenDriessche, Steven M (Federal)" userId="25ef35ff-a893-4ba2-b6b5-d9e16116b1ab" providerId="ADAL" clId="{4324992F-2AD4-4AE3-B4BD-B65D6660D0D8}" dt="2024-05-16T00:28:36.906" v="425" actId="47"/>
        <pc:sldMkLst>
          <pc:docMk/>
          <pc:sldMk cId="3618173936" sldId="283"/>
        </pc:sldMkLst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3618173936" sldId="283"/>
            <ac:spMk id="7" creationId="{35D153BE-7DB6-C842-CE74-D220E6908E41}"/>
          </ac:spMkLst>
        </pc:sp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3618173936" sldId="283"/>
            <ac:picMk id="4" creationId="{32562E80-CA06-F449-CB2E-535A3AC7ACFA}"/>
          </ac:picMkLst>
        </pc:picChg>
      </pc:sldChg>
      <pc:sldChg chg="modSp del modNotes">
        <pc:chgData name="VanDenDriessche, Steven M (Federal)" userId="25ef35ff-a893-4ba2-b6b5-d9e16116b1ab" providerId="ADAL" clId="{4324992F-2AD4-4AE3-B4BD-B65D6660D0D8}" dt="2024-05-16T00:28:36.906" v="425" actId="47"/>
        <pc:sldMkLst>
          <pc:docMk/>
          <pc:sldMk cId="2589556189" sldId="285"/>
        </pc:sldMkLst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2589556189" sldId="285"/>
            <ac:spMk id="7" creationId="{288C258C-0E58-D35C-28FB-8B34F6CCB305}"/>
          </ac:spMkLst>
        </pc:sp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2589556189" sldId="285"/>
            <ac:picMk id="5" creationId="{54A3F2E6-5E8F-4A4E-BEC5-9D07FEA338B7}"/>
          </ac:picMkLst>
        </pc:picChg>
      </pc:sldChg>
      <pc:sldChg chg="modSp del modNotes">
        <pc:chgData name="VanDenDriessche, Steven M (Federal)" userId="25ef35ff-a893-4ba2-b6b5-d9e16116b1ab" providerId="ADAL" clId="{4324992F-2AD4-4AE3-B4BD-B65D6660D0D8}" dt="2024-05-16T00:28:36.906" v="425" actId="47"/>
        <pc:sldMkLst>
          <pc:docMk/>
          <pc:sldMk cId="3535220100" sldId="287"/>
        </pc:sldMkLst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3535220100" sldId="287"/>
            <ac:spMk id="7" creationId="{0BB24C3A-3850-BF64-26EB-4C4731E4C94A}"/>
          </ac:spMkLst>
        </pc:sp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3535220100" sldId="287"/>
            <ac:picMk id="5" creationId="{54A3F2E6-5E8F-4A4E-BEC5-9D07FEA338B7}"/>
          </ac:picMkLst>
        </pc:picChg>
      </pc:sldChg>
      <pc:sldChg chg="modSp del modNotes">
        <pc:chgData name="VanDenDriessche, Steven M (Federal)" userId="25ef35ff-a893-4ba2-b6b5-d9e16116b1ab" providerId="ADAL" clId="{4324992F-2AD4-4AE3-B4BD-B65D6660D0D8}" dt="2024-05-16T00:28:36.906" v="425" actId="47"/>
        <pc:sldMkLst>
          <pc:docMk/>
          <pc:sldMk cId="743510834" sldId="288"/>
        </pc:sldMkLst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743510834" sldId="288"/>
            <ac:spMk id="7" creationId="{56EF374B-17A1-3BF1-AEC4-121DF6A4493E}"/>
          </ac:spMkLst>
        </pc:sp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743510834" sldId="288"/>
            <ac:picMk id="5" creationId="{54A3F2E6-5E8F-4A4E-BEC5-9D07FEA338B7}"/>
          </ac:picMkLst>
        </pc:picChg>
      </pc:sldChg>
      <pc:sldChg chg="modSp del modNotes">
        <pc:chgData name="VanDenDriessche, Steven M (Federal)" userId="25ef35ff-a893-4ba2-b6b5-d9e16116b1ab" providerId="ADAL" clId="{4324992F-2AD4-4AE3-B4BD-B65D6660D0D8}" dt="2024-05-16T00:28:36.906" v="425" actId="47"/>
        <pc:sldMkLst>
          <pc:docMk/>
          <pc:sldMk cId="4154661126" sldId="289"/>
        </pc:sldMkLst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4154661126" sldId="289"/>
            <ac:spMk id="7" creationId="{31AD116D-C4A0-D1B8-8787-111AEB5D549E}"/>
          </ac:spMkLst>
        </pc:sp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4154661126" sldId="289"/>
            <ac:picMk id="5" creationId="{54A3F2E6-5E8F-4A4E-BEC5-9D07FEA338B7}"/>
          </ac:picMkLst>
        </pc:picChg>
      </pc:sldChg>
      <pc:sldChg chg="modSp del modNotes">
        <pc:chgData name="VanDenDriessche, Steven M (Federal)" userId="25ef35ff-a893-4ba2-b6b5-d9e16116b1ab" providerId="ADAL" clId="{4324992F-2AD4-4AE3-B4BD-B65D6660D0D8}" dt="2024-05-16T00:28:36.906" v="425" actId="47"/>
        <pc:sldMkLst>
          <pc:docMk/>
          <pc:sldMk cId="837238115" sldId="290"/>
        </pc:sldMkLst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837238115" sldId="290"/>
            <ac:spMk id="5" creationId="{0552377F-ABFE-20DF-B72C-2142097EDD58}"/>
          </ac:spMkLst>
        </pc:sp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837238115" sldId="290"/>
            <ac:picMk id="4" creationId="{5ADC0ED7-FC6C-893C-1029-F26B24020C09}"/>
          </ac:picMkLst>
        </pc:picChg>
      </pc:sldChg>
      <pc:sldChg chg="modSp del modNotes">
        <pc:chgData name="VanDenDriessche, Steven M (Federal)" userId="25ef35ff-a893-4ba2-b6b5-d9e16116b1ab" providerId="ADAL" clId="{4324992F-2AD4-4AE3-B4BD-B65D6660D0D8}" dt="2024-05-16T00:28:36.906" v="425" actId="47"/>
        <pc:sldMkLst>
          <pc:docMk/>
          <pc:sldMk cId="4097008167" sldId="291"/>
        </pc:sldMkLst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4097008167" sldId="291"/>
            <ac:picMk id="4" creationId="{5ADC0ED7-FC6C-893C-1029-F26B24020C09}"/>
          </ac:picMkLst>
        </pc:picChg>
      </pc:sldChg>
      <pc:sldChg chg="addSp delSp modSp mod delAnim modAnim modNotes">
        <pc:chgData name="VanDenDriessche, Steven M (Federal)" userId="25ef35ff-a893-4ba2-b6b5-d9e16116b1ab" providerId="ADAL" clId="{4324992F-2AD4-4AE3-B4BD-B65D6660D0D8}" dt="2024-05-09T15:08:07.625" v="68" actId="1076"/>
        <pc:sldMkLst>
          <pc:docMk/>
          <pc:sldMk cId="4285660551" sldId="293"/>
        </pc:sldMkLst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4285660551" sldId="293"/>
            <ac:spMk id="2" creationId="{34B6A9C0-A1D2-06A0-6635-63888925B5CF}"/>
          </ac:spMkLst>
        </pc:spChg>
        <pc:picChg chg="add mod">
          <ac:chgData name="VanDenDriessche, Steven M (Federal)" userId="25ef35ff-a893-4ba2-b6b5-d9e16116b1ab" providerId="ADAL" clId="{4324992F-2AD4-4AE3-B4BD-B65D6660D0D8}" dt="2024-05-09T14:59:32.575" v="61"/>
          <ac:picMkLst>
            <pc:docMk/>
            <pc:sldMk cId="4285660551" sldId="293"/>
            <ac:picMk id="3" creationId="{4AF17E01-5A8A-4C15-0037-0172628156EC}"/>
          </ac:picMkLst>
        </pc:picChg>
        <pc:picChg chg="add mod">
          <ac:chgData name="VanDenDriessche, Steven M (Federal)" userId="25ef35ff-a893-4ba2-b6b5-d9e16116b1ab" providerId="ADAL" clId="{4324992F-2AD4-4AE3-B4BD-B65D6660D0D8}" dt="2024-05-09T14:59:32.575" v="61"/>
          <ac:picMkLst>
            <pc:docMk/>
            <pc:sldMk cId="4285660551" sldId="293"/>
            <ac:picMk id="4" creationId="{210518D2-BB42-0570-C135-85B2EAC8D512}"/>
          </ac:picMkLst>
        </pc:picChg>
        <pc:picChg chg="add mod">
          <ac:chgData name="VanDenDriessche, Steven M (Federal)" userId="25ef35ff-a893-4ba2-b6b5-d9e16116b1ab" providerId="ADAL" clId="{4324992F-2AD4-4AE3-B4BD-B65D6660D0D8}" dt="2024-05-09T14:59:32.575" v="61"/>
          <ac:picMkLst>
            <pc:docMk/>
            <pc:sldMk cId="4285660551" sldId="293"/>
            <ac:picMk id="5" creationId="{4D092F4B-9F3F-9BA9-9BCF-AD9838648FF7}"/>
          </ac:picMkLst>
        </pc:picChg>
        <pc:picChg chg="add mod">
          <ac:chgData name="VanDenDriessche, Steven M (Federal)" userId="25ef35ff-a893-4ba2-b6b5-d9e16116b1ab" providerId="ADAL" clId="{4324992F-2AD4-4AE3-B4BD-B65D6660D0D8}" dt="2024-05-09T14:59:32.575" v="61"/>
          <ac:picMkLst>
            <pc:docMk/>
            <pc:sldMk cId="4285660551" sldId="293"/>
            <ac:picMk id="6" creationId="{AC6C31FF-4341-CA27-5318-C0FE5B629205}"/>
          </ac:picMkLst>
        </pc:picChg>
        <pc:picChg chg="add mod">
          <ac:chgData name="VanDenDriessche, Steven M (Federal)" userId="25ef35ff-a893-4ba2-b6b5-d9e16116b1ab" providerId="ADAL" clId="{4324992F-2AD4-4AE3-B4BD-B65D6660D0D8}" dt="2024-05-09T15:08:07.625" v="68" actId="1076"/>
          <ac:picMkLst>
            <pc:docMk/>
            <pc:sldMk cId="4285660551" sldId="293"/>
            <ac:picMk id="7" creationId="{A0DB97C1-85EB-A268-063F-2C2507D9AFF2}"/>
          </ac:picMkLst>
        </pc:pic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4285660551" sldId="293"/>
            <ac:picMk id="10" creationId="{4D4020D6-64B5-26C0-DDBA-45BE658EC41B}"/>
          </ac:picMkLst>
        </pc:picChg>
        <pc:picChg chg="del mod">
          <ac:chgData name="VanDenDriessche, Steven M (Federal)" userId="25ef35ff-a893-4ba2-b6b5-d9e16116b1ab" providerId="ADAL" clId="{4324992F-2AD4-4AE3-B4BD-B65D6660D0D8}" dt="2024-05-09T14:59:25.819" v="60" actId="478"/>
          <ac:picMkLst>
            <pc:docMk/>
            <pc:sldMk cId="4285660551" sldId="293"/>
            <ac:picMk id="18" creationId="{AAE09E93-A46F-0101-923A-226EA0DC9290}"/>
          </ac:picMkLst>
        </pc:picChg>
        <pc:picChg chg="del mod">
          <ac:chgData name="VanDenDriessche, Steven M (Federal)" userId="25ef35ff-a893-4ba2-b6b5-d9e16116b1ab" providerId="ADAL" clId="{4324992F-2AD4-4AE3-B4BD-B65D6660D0D8}" dt="2024-05-09T14:59:25.819" v="60" actId="478"/>
          <ac:picMkLst>
            <pc:docMk/>
            <pc:sldMk cId="4285660551" sldId="293"/>
            <ac:picMk id="20" creationId="{81575586-A52C-34CE-22C5-1FAC135B7582}"/>
          </ac:picMkLst>
        </pc:picChg>
        <pc:picChg chg="del mod">
          <ac:chgData name="VanDenDriessche, Steven M (Federal)" userId="25ef35ff-a893-4ba2-b6b5-d9e16116b1ab" providerId="ADAL" clId="{4324992F-2AD4-4AE3-B4BD-B65D6660D0D8}" dt="2024-05-09T14:58:36.528" v="38" actId="478"/>
          <ac:picMkLst>
            <pc:docMk/>
            <pc:sldMk cId="4285660551" sldId="293"/>
            <ac:picMk id="32" creationId="{1C02216A-EBAA-3BD1-6350-B48F7036786E}"/>
          </ac:picMkLst>
        </pc:picChg>
        <pc:picChg chg="del mod">
          <ac:chgData name="VanDenDriessche, Steven M (Federal)" userId="25ef35ff-a893-4ba2-b6b5-d9e16116b1ab" providerId="ADAL" clId="{4324992F-2AD4-4AE3-B4BD-B65D6660D0D8}" dt="2024-05-09T14:58:39.065" v="39" actId="478"/>
          <ac:picMkLst>
            <pc:docMk/>
            <pc:sldMk cId="4285660551" sldId="293"/>
            <ac:picMk id="33" creationId="{C6115965-FB06-A76F-EB56-4D755E9AD04F}"/>
          </ac:picMkLst>
        </pc:picChg>
        <pc:picChg chg="del mod">
          <ac:chgData name="VanDenDriessche, Steven M (Federal)" userId="25ef35ff-a893-4ba2-b6b5-d9e16116b1ab" providerId="ADAL" clId="{4324992F-2AD4-4AE3-B4BD-B65D6660D0D8}" dt="2024-05-09T14:58:36.528" v="38" actId="478"/>
          <ac:picMkLst>
            <pc:docMk/>
            <pc:sldMk cId="4285660551" sldId="293"/>
            <ac:picMk id="35" creationId="{0E92CD69-13F0-F1DF-5150-BFA55A2A114E}"/>
          </ac:picMkLst>
        </pc:picChg>
        <pc:picChg chg="del mod">
          <ac:chgData name="VanDenDriessche, Steven M (Federal)" userId="25ef35ff-a893-4ba2-b6b5-d9e16116b1ab" providerId="ADAL" clId="{4324992F-2AD4-4AE3-B4BD-B65D6660D0D8}" dt="2024-05-09T14:58:39.065" v="39" actId="478"/>
          <ac:picMkLst>
            <pc:docMk/>
            <pc:sldMk cId="4285660551" sldId="293"/>
            <ac:picMk id="37" creationId="{57C17D5D-D653-EAAC-A0DD-BB3CA54F9132}"/>
          </ac:picMkLst>
        </pc:picChg>
        <pc:picChg chg="del mod">
          <ac:chgData name="VanDenDriessche, Steven M (Federal)" userId="25ef35ff-a893-4ba2-b6b5-d9e16116b1ab" providerId="ADAL" clId="{4324992F-2AD4-4AE3-B4BD-B65D6660D0D8}" dt="2024-05-09T14:58:36.528" v="38" actId="478"/>
          <ac:picMkLst>
            <pc:docMk/>
            <pc:sldMk cId="4285660551" sldId="293"/>
            <ac:picMk id="38" creationId="{41FD6EC1-983A-0461-B2B1-913456CF35E6}"/>
          </ac:picMkLst>
        </pc:picChg>
        <pc:picChg chg="del mod">
          <ac:chgData name="VanDenDriessche, Steven M (Federal)" userId="25ef35ff-a893-4ba2-b6b5-d9e16116b1ab" providerId="ADAL" clId="{4324992F-2AD4-4AE3-B4BD-B65D6660D0D8}" dt="2024-05-09T14:59:25.819" v="60" actId="478"/>
          <ac:picMkLst>
            <pc:docMk/>
            <pc:sldMk cId="4285660551" sldId="293"/>
            <ac:picMk id="40" creationId="{E27CBA06-F5F0-9741-7D2B-BA821472AE15}"/>
          </ac:picMkLst>
        </pc:picChg>
        <pc:picChg chg="del mod">
          <ac:chgData name="VanDenDriessche, Steven M (Federal)" userId="25ef35ff-a893-4ba2-b6b5-d9e16116b1ab" providerId="ADAL" clId="{4324992F-2AD4-4AE3-B4BD-B65D6660D0D8}" dt="2024-05-09T14:59:25.819" v="60" actId="478"/>
          <ac:picMkLst>
            <pc:docMk/>
            <pc:sldMk cId="4285660551" sldId="293"/>
            <ac:picMk id="42" creationId="{47B693D8-F52A-2AD8-0F0F-A5F8E4AD78B0}"/>
          </ac:picMkLst>
        </pc:picChg>
      </pc:sldChg>
      <pc:sldChg chg="addSp delSp modSp mod modAnim modNotes">
        <pc:chgData name="VanDenDriessche, Steven M (Federal)" userId="25ef35ff-a893-4ba2-b6b5-d9e16116b1ab" providerId="ADAL" clId="{4324992F-2AD4-4AE3-B4BD-B65D6660D0D8}" dt="2024-05-09T15:08:23.049" v="71"/>
        <pc:sldMkLst>
          <pc:docMk/>
          <pc:sldMk cId="3015556139" sldId="294"/>
        </pc:sldMkLst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3015556139" sldId="294"/>
            <ac:spMk id="5" creationId="{3D8FDFE6-948A-BC5D-3355-CDAB8C155396}"/>
          </ac:spMkLst>
        </pc:spChg>
        <pc:picChg chg="add del mod">
          <ac:chgData name="VanDenDriessche, Steven M (Federal)" userId="25ef35ff-a893-4ba2-b6b5-d9e16116b1ab" providerId="ADAL" clId="{4324992F-2AD4-4AE3-B4BD-B65D6660D0D8}" dt="2024-05-09T15:08:19.311" v="69" actId="478"/>
          <ac:picMkLst>
            <pc:docMk/>
            <pc:sldMk cId="3015556139" sldId="294"/>
            <ac:picMk id="2" creationId="{604CCA55-7F8A-11FC-1D00-80DB620E58E2}"/>
          </ac:picMkLst>
        </pc:picChg>
        <pc:picChg chg="add mod">
          <ac:chgData name="VanDenDriessche, Steven M (Federal)" userId="25ef35ff-a893-4ba2-b6b5-d9e16116b1ab" providerId="ADAL" clId="{4324992F-2AD4-4AE3-B4BD-B65D6660D0D8}" dt="2024-05-09T15:08:19.807" v="70"/>
          <ac:picMkLst>
            <pc:docMk/>
            <pc:sldMk cId="3015556139" sldId="294"/>
            <ac:picMk id="3" creationId="{0945A083-5D83-C134-D0CD-ACEA89C54B6B}"/>
          </ac:picMkLst>
        </pc:pic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3015556139" sldId="294"/>
            <ac:picMk id="10" creationId="{4D4020D6-64B5-26C0-DDBA-45BE658EC41B}"/>
          </ac:picMkLst>
        </pc:pic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3015556139" sldId="294"/>
            <ac:picMk id="18" creationId="{AAE09E93-A46F-0101-923A-226EA0DC9290}"/>
          </ac:picMkLst>
        </pc:pic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3015556139" sldId="294"/>
            <ac:picMk id="20" creationId="{81575586-A52C-34CE-22C5-1FAC135B7582}"/>
          </ac:picMkLst>
        </pc:picChg>
        <pc:picChg chg="del mod">
          <ac:chgData name="VanDenDriessche, Steven M (Federal)" userId="25ef35ff-a893-4ba2-b6b5-d9e16116b1ab" providerId="ADAL" clId="{4324992F-2AD4-4AE3-B4BD-B65D6660D0D8}" dt="2024-05-09T14:58:45.423" v="40" actId="478"/>
          <ac:picMkLst>
            <pc:docMk/>
            <pc:sldMk cId="3015556139" sldId="294"/>
            <ac:picMk id="32" creationId="{1C02216A-EBAA-3BD1-6350-B48F7036786E}"/>
          </ac:picMkLst>
        </pc:picChg>
        <pc:picChg chg="del mod">
          <ac:chgData name="VanDenDriessche, Steven M (Federal)" userId="25ef35ff-a893-4ba2-b6b5-d9e16116b1ab" providerId="ADAL" clId="{4324992F-2AD4-4AE3-B4BD-B65D6660D0D8}" dt="2024-05-09T14:58:45.423" v="40" actId="478"/>
          <ac:picMkLst>
            <pc:docMk/>
            <pc:sldMk cId="3015556139" sldId="294"/>
            <ac:picMk id="33" creationId="{C6115965-FB06-A76F-EB56-4D755E9AD04F}"/>
          </ac:picMkLst>
        </pc:picChg>
        <pc:picChg chg="del mod">
          <ac:chgData name="VanDenDriessche, Steven M (Federal)" userId="25ef35ff-a893-4ba2-b6b5-d9e16116b1ab" providerId="ADAL" clId="{4324992F-2AD4-4AE3-B4BD-B65D6660D0D8}" dt="2024-05-09T14:58:45.423" v="40" actId="478"/>
          <ac:picMkLst>
            <pc:docMk/>
            <pc:sldMk cId="3015556139" sldId="294"/>
            <ac:picMk id="35" creationId="{0E92CD69-13F0-F1DF-5150-BFA55A2A114E}"/>
          </ac:picMkLst>
        </pc:picChg>
        <pc:picChg chg="del mod">
          <ac:chgData name="VanDenDriessche, Steven M (Federal)" userId="25ef35ff-a893-4ba2-b6b5-d9e16116b1ab" providerId="ADAL" clId="{4324992F-2AD4-4AE3-B4BD-B65D6660D0D8}" dt="2024-05-09T14:58:45.423" v="40" actId="478"/>
          <ac:picMkLst>
            <pc:docMk/>
            <pc:sldMk cId="3015556139" sldId="294"/>
            <ac:picMk id="37" creationId="{57C17D5D-D653-EAAC-A0DD-BB3CA54F9132}"/>
          </ac:picMkLst>
        </pc:picChg>
        <pc:picChg chg="del mod">
          <ac:chgData name="VanDenDriessche, Steven M (Federal)" userId="25ef35ff-a893-4ba2-b6b5-d9e16116b1ab" providerId="ADAL" clId="{4324992F-2AD4-4AE3-B4BD-B65D6660D0D8}" dt="2024-05-09T14:58:45.423" v="40" actId="478"/>
          <ac:picMkLst>
            <pc:docMk/>
            <pc:sldMk cId="3015556139" sldId="294"/>
            <ac:picMk id="38" creationId="{41FD6EC1-983A-0461-B2B1-913456CF35E6}"/>
          </ac:picMkLst>
        </pc:picChg>
        <pc:picChg chg="mod">
          <ac:chgData name="VanDenDriessche, Steven M (Federal)" userId="25ef35ff-a893-4ba2-b6b5-d9e16116b1ab" providerId="ADAL" clId="{4324992F-2AD4-4AE3-B4BD-B65D6660D0D8}" dt="2024-05-09T14:59:07.422" v="53" actId="1035"/>
          <ac:picMkLst>
            <pc:docMk/>
            <pc:sldMk cId="3015556139" sldId="294"/>
            <ac:picMk id="40" creationId="{E27CBA06-F5F0-9741-7D2B-BA821472AE15}"/>
          </ac:picMkLst>
        </pc:pic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3015556139" sldId="294"/>
            <ac:picMk id="42" creationId="{47B693D8-F52A-2AD8-0F0F-A5F8E4AD78B0}"/>
          </ac:picMkLst>
        </pc:picChg>
      </pc:sldChg>
      <pc:sldChg chg="addSp delSp modSp mod modAnim modNotes">
        <pc:chgData name="VanDenDriessche, Steven M (Federal)" userId="25ef35ff-a893-4ba2-b6b5-d9e16116b1ab" providerId="ADAL" clId="{4324992F-2AD4-4AE3-B4BD-B65D6660D0D8}" dt="2024-05-09T17:48:32.635" v="77"/>
        <pc:sldMkLst>
          <pc:docMk/>
          <pc:sldMk cId="927144213" sldId="296"/>
        </pc:sldMkLst>
        <pc:spChg chg="add mod">
          <ac:chgData name="VanDenDriessche, Steven M (Federal)" userId="25ef35ff-a893-4ba2-b6b5-d9e16116b1ab" providerId="ADAL" clId="{4324992F-2AD4-4AE3-B4BD-B65D6660D0D8}" dt="2024-05-09T17:48:02.674" v="75"/>
          <ac:spMkLst>
            <pc:docMk/>
            <pc:sldMk cId="927144213" sldId="296"/>
            <ac:spMk id="3" creationId="{AB8376A8-4DC7-58F9-F094-854BC462381D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927144213" sldId="296"/>
            <ac:spMk id="5" creationId="{901C897C-529A-947F-C79C-9FCAC3979D0C}"/>
          </ac:spMkLst>
        </pc:spChg>
        <pc:picChg chg="add mod">
          <ac:chgData name="VanDenDriessche, Steven M (Federal)" userId="25ef35ff-a893-4ba2-b6b5-d9e16116b1ab" providerId="ADAL" clId="{4324992F-2AD4-4AE3-B4BD-B65D6660D0D8}" dt="2024-05-09T17:48:02.674" v="75"/>
          <ac:picMkLst>
            <pc:docMk/>
            <pc:sldMk cId="927144213" sldId="296"/>
            <ac:picMk id="2" creationId="{80D6473D-7663-DD18-E43D-AC7A41B95318}"/>
          </ac:picMkLst>
        </pc:picChg>
        <pc:picChg chg="del mod">
          <ac:chgData name="VanDenDriessche, Steven M (Federal)" userId="25ef35ff-a893-4ba2-b6b5-d9e16116b1ab" providerId="ADAL" clId="{4324992F-2AD4-4AE3-B4BD-B65D6660D0D8}" dt="2024-05-09T17:47:51.426" v="72" actId="478"/>
          <ac:picMkLst>
            <pc:docMk/>
            <pc:sldMk cId="927144213" sldId="296"/>
            <ac:picMk id="10" creationId="{4D4020D6-64B5-26C0-DDBA-45BE658EC41B}"/>
          </ac:picMkLst>
        </pc:pic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927144213" sldId="296"/>
            <ac:picMk id="18" creationId="{3B28B16A-04DD-7EA2-485D-3ED1D7A6F09C}"/>
          </ac:picMkLst>
        </pc:pic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927144213" sldId="296"/>
            <ac:picMk id="19" creationId="{4D34A894-2504-DB37-A825-17AF15301BB6}"/>
          </ac:picMkLst>
        </pc:picChg>
      </pc:sldChg>
      <pc:sldChg chg="modSp del modNotes">
        <pc:chgData name="VanDenDriessche, Steven M (Federal)" userId="25ef35ff-a893-4ba2-b6b5-d9e16116b1ab" providerId="ADAL" clId="{4324992F-2AD4-4AE3-B4BD-B65D6660D0D8}" dt="2024-05-15T20:02:17.593" v="279" actId="47"/>
        <pc:sldMkLst>
          <pc:docMk/>
          <pc:sldMk cId="2456885653" sldId="297"/>
        </pc:sldMkLst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2456885653" sldId="297"/>
            <ac:spMk id="7" creationId="{B33D47CF-84E3-1E22-53CF-773D1563815F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2456885653" sldId="297"/>
            <ac:spMk id="9" creationId="{4DBAE70C-67F4-B52A-79C2-BB8FE7364419}"/>
          </ac:spMkLst>
        </pc:sp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2456885653" sldId="297"/>
            <ac:picMk id="2" creationId="{DA8058C5-3390-ACCF-29CB-BCD73D583353}"/>
          </ac:picMkLst>
        </pc:pic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2456885653" sldId="297"/>
            <ac:picMk id="5" creationId="{05B7511B-0BD9-04DD-8F28-248098ADD269}"/>
          </ac:picMkLst>
        </pc:pic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2456885653" sldId="297"/>
            <ac:picMk id="8" creationId="{1E3B4381-7B73-1675-0800-F34C1E566B17}"/>
          </ac:picMkLst>
        </pc:pic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2456885653" sldId="297"/>
            <ac:picMk id="10" creationId="{4D4020D6-64B5-26C0-DDBA-45BE658EC41B}"/>
          </ac:picMkLst>
        </pc:pic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2456885653" sldId="297"/>
            <ac:picMk id="13" creationId="{8D45F9CB-955A-A4DA-D496-9142322DC053}"/>
          </ac:picMkLst>
        </pc:picChg>
      </pc:sldChg>
      <pc:sldChg chg="modSp modNotes">
        <pc:chgData name="VanDenDriessche, Steven M (Federal)" userId="25ef35ff-a893-4ba2-b6b5-d9e16116b1ab" providerId="ADAL" clId="{4324992F-2AD4-4AE3-B4BD-B65D6660D0D8}" dt="2024-05-09T14:28:23.576" v="37"/>
        <pc:sldMkLst>
          <pc:docMk/>
          <pc:sldMk cId="2539369030" sldId="298"/>
        </pc:sldMkLst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2539369030" sldId="298"/>
            <ac:spMk id="2" creationId="{E4BBAF63-0E83-50BF-8E56-96776DA1A7CB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2539369030" sldId="298"/>
            <ac:spMk id="9" creationId="{DA7BB8D9-ED5A-BC3B-9EB2-CD849ECDE43B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2539369030" sldId="298"/>
            <ac:spMk id="14" creationId="{FCBF94D7-9CF5-6E95-66C8-3375C48AD41C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2539369030" sldId="298"/>
            <ac:spMk id="17" creationId="{08457A90-14EA-6B6A-CCA3-1584626B69FE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2539369030" sldId="298"/>
            <ac:spMk id="29" creationId="{6893AADE-D3ED-CC39-463D-AAFDBE8BEDC5}"/>
          </ac:spMkLst>
        </pc:sp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2539369030" sldId="298"/>
            <ac:picMk id="8" creationId="{19A07490-36E3-D811-189E-EF77D6F9C71B}"/>
          </ac:picMkLst>
        </pc:pic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2539369030" sldId="298"/>
            <ac:picMk id="13" creationId="{B1A9FDD6-EE23-3B9A-A645-3191C6746890}"/>
          </ac:picMkLst>
        </pc:pic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2539369030" sldId="298"/>
            <ac:picMk id="16" creationId="{764087B6-BBE9-6F73-86B7-9A90E7F40814}"/>
          </ac:picMkLst>
        </pc:pic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2539369030" sldId="298"/>
            <ac:picMk id="21" creationId="{3F8C6C60-689D-3F55-C260-E079D8F410C8}"/>
          </ac:picMkLst>
        </pc:pic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2539369030" sldId="298"/>
            <ac:picMk id="22" creationId="{21F128D4-6389-B1CE-332E-5F9842B0056D}"/>
          </ac:picMkLst>
        </pc:pic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2539369030" sldId="298"/>
            <ac:picMk id="24" creationId="{3373F76E-0EFF-E589-D513-03A20320D083}"/>
          </ac:picMkLst>
        </pc:picChg>
        <pc:cxnChg chg="mod">
          <ac:chgData name="VanDenDriessche, Steven M (Federal)" userId="25ef35ff-a893-4ba2-b6b5-d9e16116b1ab" providerId="ADAL" clId="{4324992F-2AD4-4AE3-B4BD-B65D6660D0D8}" dt="2024-05-09T14:28:23.576" v="37"/>
          <ac:cxnSpMkLst>
            <pc:docMk/>
            <pc:sldMk cId="2539369030" sldId="298"/>
            <ac:cxnSpMk id="26" creationId="{F8F41F86-6135-05E6-F399-267B4D8EE921}"/>
          </ac:cxnSpMkLst>
        </pc:cxnChg>
        <pc:cxnChg chg="mod">
          <ac:chgData name="VanDenDriessche, Steven M (Federal)" userId="25ef35ff-a893-4ba2-b6b5-d9e16116b1ab" providerId="ADAL" clId="{4324992F-2AD4-4AE3-B4BD-B65D6660D0D8}" dt="2024-05-09T14:28:23.576" v="37"/>
          <ac:cxnSpMkLst>
            <pc:docMk/>
            <pc:sldMk cId="2539369030" sldId="298"/>
            <ac:cxnSpMk id="28" creationId="{1E789747-C4C5-6B14-85BC-96E7992913FA}"/>
          </ac:cxnSpMkLst>
        </pc:cxnChg>
      </pc:sldChg>
      <pc:sldChg chg="addSp delSp modSp mod modNotes">
        <pc:chgData name="VanDenDriessche, Steven M (Federal)" userId="25ef35ff-a893-4ba2-b6b5-d9e16116b1ab" providerId="ADAL" clId="{4324992F-2AD4-4AE3-B4BD-B65D6660D0D8}" dt="2024-05-09T17:48:00.828" v="74"/>
        <pc:sldMkLst>
          <pc:docMk/>
          <pc:sldMk cId="3488809716" sldId="299"/>
        </pc:sldMkLst>
        <pc:spChg chg="add mod">
          <ac:chgData name="VanDenDriessche, Steven M (Federal)" userId="25ef35ff-a893-4ba2-b6b5-d9e16116b1ab" providerId="ADAL" clId="{4324992F-2AD4-4AE3-B4BD-B65D6660D0D8}" dt="2024-05-09T17:48:00.828" v="74"/>
          <ac:spMkLst>
            <pc:docMk/>
            <pc:sldMk cId="3488809716" sldId="299"/>
            <ac:spMk id="4" creationId="{641E98C6-2314-0499-AD11-EC3DFA4F0227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3488809716" sldId="299"/>
            <ac:spMk id="7" creationId="{B218AD73-0FB4-102A-4E29-31DC34C57B6D}"/>
          </ac:spMkLst>
        </pc:sp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3488809716" sldId="299"/>
            <ac:picMk id="2" creationId="{3A0E24BA-044E-4FAF-FF25-5B62883D762F}"/>
          </ac:picMkLst>
        </pc:picChg>
        <pc:picChg chg="add mod">
          <ac:chgData name="VanDenDriessche, Steven M (Federal)" userId="25ef35ff-a893-4ba2-b6b5-d9e16116b1ab" providerId="ADAL" clId="{4324992F-2AD4-4AE3-B4BD-B65D6660D0D8}" dt="2024-05-09T17:48:00.828" v="74"/>
          <ac:picMkLst>
            <pc:docMk/>
            <pc:sldMk cId="3488809716" sldId="299"/>
            <ac:picMk id="3" creationId="{6B71881B-35BB-E5B1-69DE-B9EB44809429}"/>
          </ac:picMkLst>
        </pc:pic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3488809716" sldId="299"/>
            <ac:picMk id="6" creationId="{7083C294-E661-47F8-8E4C-E3996719CEEB}"/>
          </ac:picMkLst>
        </pc:picChg>
        <pc:picChg chg="del mod">
          <ac:chgData name="VanDenDriessche, Steven M (Federal)" userId="25ef35ff-a893-4ba2-b6b5-d9e16116b1ab" providerId="ADAL" clId="{4324992F-2AD4-4AE3-B4BD-B65D6660D0D8}" dt="2024-05-09T17:47:53.728" v="73" actId="478"/>
          <ac:picMkLst>
            <pc:docMk/>
            <pc:sldMk cId="3488809716" sldId="299"/>
            <ac:picMk id="10" creationId="{4D4020D6-64B5-26C0-DDBA-45BE658EC41B}"/>
          </ac:picMkLst>
        </pc:pic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3488809716" sldId="299"/>
            <ac:picMk id="16" creationId="{EA2C8268-F73F-AB22-4766-AE4B79967EFF}"/>
          </ac:picMkLst>
        </pc:pic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3488809716" sldId="299"/>
            <ac:picMk id="17" creationId="{2ED2D475-B776-215E-2CC3-05627183F110}"/>
          </ac:picMkLst>
        </pc:picChg>
      </pc:sldChg>
      <pc:sldChg chg="modSp modNotes">
        <pc:chgData name="VanDenDriessche, Steven M (Federal)" userId="25ef35ff-a893-4ba2-b6b5-d9e16116b1ab" providerId="ADAL" clId="{4324992F-2AD4-4AE3-B4BD-B65D6660D0D8}" dt="2024-05-09T14:28:23.576" v="37"/>
        <pc:sldMkLst>
          <pc:docMk/>
          <pc:sldMk cId="3672497791" sldId="300"/>
        </pc:sldMkLst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3672497791" sldId="300"/>
            <ac:spMk id="8" creationId="{412275CC-575F-BA9A-8232-82BE1B02AA78}"/>
          </ac:spMkLst>
        </pc:sp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3672497791" sldId="300"/>
            <ac:picMk id="2" creationId="{3F711C93-455B-0A19-CBF6-76A30ABC4142}"/>
          </ac:picMkLst>
        </pc:pic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3672497791" sldId="300"/>
            <ac:picMk id="4" creationId="{D80D9575-526B-C427-4052-77B37A45BD95}"/>
          </ac:picMkLst>
        </pc:pic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3672497791" sldId="300"/>
            <ac:picMk id="7" creationId="{2C8B6CC8-B561-6C9E-3717-2A2D78F0E138}"/>
          </ac:picMkLst>
        </pc:pic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3672497791" sldId="300"/>
            <ac:picMk id="12" creationId="{27AE7DA1-3C60-C46B-7F6F-C9DAD97068CA}"/>
          </ac:picMkLst>
        </pc:pic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3672497791" sldId="300"/>
            <ac:picMk id="16" creationId="{EA2C8268-F73F-AB22-4766-AE4B79967EFF}"/>
          </ac:picMkLst>
        </pc:pic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3672497791" sldId="300"/>
            <ac:picMk id="17" creationId="{2ED2D475-B776-215E-2CC3-05627183F110}"/>
          </ac:picMkLst>
        </pc:pic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3672497791" sldId="300"/>
            <ac:picMk id="19" creationId="{58C248B4-0C7D-1157-7103-E34D3401DF7E}"/>
          </ac:picMkLst>
        </pc:picChg>
        <pc:cxnChg chg="mod">
          <ac:chgData name="VanDenDriessche, Steven M (Federal)" userId="25ef35ff-a893-4ba2-b6b5-d9e16116b1ab" providerId="ADAL" clId="{4324992F-2AD4-4AE3-B4BD-B65D6660D0D8}" dt="2024-05-09T14:28:23.576" v="37"/>
          <ac:cxnSpMkLst>
            <pc:docMk/>
            <pc:sldMk cId="3672497791" sldId="300"/>
            <ac:cxnSpMk id="9" creationId="{D9B163C5-07A3-BD46-CF5C-37A283A4C7B0}"/>
          </ac:cxnSpMkLst>
        </pc:cxnChg>
        <pc:cxnChg chg="mod">
          <ac:chgData name="VanDenDriessche, Steven M (Federal)" userId="25ef35ff-a893-4ba2-b6b5-d9e16116b1ab" providerId="ADAL" clId="{4324992F-2AD4-4AE3-B4BD-B65D6660D0D8}" dt="2024-05-09T14:28:23.576" v="37"/>
          <ac:cxnSpMkLst>
            <pc:docMk/>
            <pc:sldMk cId="3672497791" sldId="300"/>
            <ac:cxnSpMk id="14" creationId="{9281C91F-2213-7474-459B-A3D276B2C849}"/>
          </ac:cxnSpMkLst>
        </pc:cxnChg>
        <pc:cxnChg chg="mod">
          <ac:chgData name="VanDenDriessche, Steven M (Federal)" userId="25ef35ff-a893-4ba2-b6b5-d9e16116b1ab" providerId="ADAL" clId="{4324992F-2AD4-4AE3-B4BD-B65D6660D0D8}" dt="2024-05-09T14:28:23.576" v="37"/>
          <ac:cxnSpMkLst>
            <pc:docMk/>
            <pc:sldMk cId="3672497791" sldId="300"/>
            <ac:cxnSpMk id="21" creationId="{F625CB6F-9E9F-A80C-444A-F0880921FC4F}"/>
          </ac:cxnSpMkLst>
        </pc:cxnChg>
      </pc:sldChg>
      <pc:sldChg chg="modSp modNotes">
        <pc:chgData name="VanDenDriessche, Steven M (Federal)" userId="25ef35ff-a893-4ba2-b6b5-d9e16116b1ab" providerId="ADAL" clId="{4324992F-2AD4-4AE3-B4BD-B65D6660D0D8}" dt="2024-05-09T14:28:23.576" v="37"/>
        <pc:sldMkLst>
          <pc:docMk/>
          <pc:sldMk cId="532507923" sldId="301"/>
        </pc:sldMkLst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532507923" sldId="301"/>
            <ac:spMk id="4" creationId="{3083A06F-B1A1-5ADD-5FA5-27039160F018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532507923" sldId="301"/>
            <ac:spMk id="31" creationId="{8B61E94C-DE3F-D6DD-704B-E980B4E5AB41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532507923" sldId="301"/>
            <ac:spMk id="34" creationId="{B02CC145-9B7E-9599-478E-CE619B6386F8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532507923" sldId="301"/>
            <ac:spMk id="37" creationId="{9F09FD55-B066-8DCF-5373-A851FCD91B17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532507923" sldId="301"/>
            <ac:spMk id="38" creationId="{EEEB4E72-D2A0-C07E-781A-76B5343FC25B}"/>
          </ac:spMkLst>
        </pc:sp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532507923" sldId="301"/>
            <ac:picMk id="8" creationId="{19A07490-36E3-D811-189E-EF77D6F9C71B}"/>
          </ac:picMkLst>
        </pc:pic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532507923" sldId="301"/>
            <ac:picMk id="21" creationId="{3F8C6C60-689D-3F55-C260-E079D8F410C8}"/>
          </ac:picMkLst>
        </pc:pic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532507923" sldId="301"/>
            <ac:picMk id="22" creationId="{21F128D4-6389-B1CE-332E-5F9842B0056D}"/>
          </ac:picMkLst>
        </pc:pic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532507923" sldId="301"/>
            <ac:picMk id="24" creationId="{3373F76E-0EFF-E589-D513-03A20320D083}"/>
          </ac:picMkLst>
        </pc:pic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532507923" sldId="301"/>
            <ac:picMk id="33" creationId="{9961054F-3880-530D-EB2C-680D10043A61}"/>
          </ac:picMkLst>
        </pc:pic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532507923" sldId="301"/>
            <ac:picMk id="36" creationId="{33ACA9C8-ED3A-7F91-E352-95D6C9215CAA}"/>
          </ac:picMkLst>
        </pc:picChg>
        <pc:cxnChg chg="mod">
          <ac:chgData name="VanDenDriessche, Steven M (Federal)" userId="25ef35ff-a893-4ba2-b6b5-d9e16116b1ab" providerId="ADAL" clId="{4324992F-2AD4-4AE3-B4BD-B65D6660D0D8}" dt="2024-05-09T14:28:23.576" v="37"/>
          <ac:cxnSpMkLst>
            <pc:docMk/>
            <pc:sldMk cId="532507923" sldId="301"/>
            <ac:cxnSpMk id="5" creationId="{6D666FC0-E141-848F-933C-1D380A8DA7FB}"/>
          </ac:cxnSpMkLst>
        </pc:cxnChg>
        <pc:cxnChg chg="mod">
          <ac:chgData name="VanDenDriessche, Steven M (Federal)" userId="25ef35ff-a893-4ba2-b6b5-d9e16116b1ab" providerId="ADAL" clId="{4324992F-2AD4-4AE3-B4BD-B65D6660D0D8}" dt="2024-05-09T14:28:23.576" v="37"/>
          <ac:cxnSpMkLst>
            <pc:docMk/>
            <pc:sldMk cId="532507923" sldId="301"/>
            <ac:cxnSpMk id="7" creationId="{EB654E0E-532D-7632-9A63-346FDDC74F23}"/>
          </ac:cxnSpMkLst>
        </pc:cxnChg>
        <pc:cxnChg chg="mod">
          <ac:chgData name="VanDenDriessche, Steven M (Federal)" userId="25ef35ff-a893-4ba2-b6b5-d9e16116b1ab" providerId="ADAL" clId="{4324992F-2AD4-4AE3-B4BD-B65D6660D0D8}" dt="2024-05-09T14:28:23.576" v="37"/>
          <ac:cxnSpMkLst>
            <pc:docMk/>
            <pc:sldMk cId="532507923" sldId="301"/>
            <ac:cxnSpMk id="11" creationId="{1FB17849-82F8-0E1D-1A22-CB7EC2FD6359}"/>
          </ac:cxnSpMkLst>
        </pc:cxnChg>
        <pc:cxnChg chg="mod">
          <ac:chgData name="VanDenDriessche, Steven M (Federal)" userId="25ef35ff-a893-4ba2-b6b5-d9e16116b1ab" providerId="ADAL" clId="{4324992F-2AD4-4AE3-B4BD-B65D6660D0D8}" dt="2024-05-09T14:28:23.576" v="37"/>
          <ac:cxnSpMkLst>
            <pc:docMk/>
            <pc:sldMk cId="532507923" sldId="301"/>
            <ac:cxnSpMk id="15" creationId="{9C3044C6-9CDB-D277-BD96-347113AAE6A1}"/>
          </ac:cxnSpMkLst>
        </pc:cxnChg>
        <pc:cxnChg chg="mod">
          <ac:chgData name="VanDenDriessche, Steven M (Federal)" userId="25ef35ff-a893-4ba2-b6b5-d9e16116b1ab" providerId="ADAL" clId="{4324992F-2AD4-4AE3-B4BD-B65D6660D0D8}" dt="2024-05-09T14:28:23.576" v="37"/>
          <ac:cxnSpMkLst>
            <pc:docMk/>
            <pc:sldMk cId="532507923" sldId="301"/>
            <ac:cxnSpMk id="19" creationId="{254688B4-A930-2AF9-799E-B1C02FE04F1D}"/>
          </ac:cxnSpMkLst>
        </pc:cxnChg>
        <pc:cxnChg chg="mod">
          <ac:chgData name="VanDenDriessche, Steven M (Federal)" userId="25ef35ff-a893-4ba2-b6b5-d9e16116b1ab" providerId="ADAL" clId="{4324992F-2AD4-4AE3-B4BD-B65D6660D0D8}" dt="2024-05-09T14:28:23.576" v="37"/>
          <ac:cxnSpMkLst>
            <pc:docMk/>
            <pc:sldMk cId="532507923" sldId="301"/>
            <ac:cxnSpMk id="25" creationId="{EB87762B-94F5-5702-DAFB-5B2AB8A7A01D}"/>
          </ac:cxnSpMkLst>
        </pc:cxnChg>
        <pc:cxnChg chg="mod">
          <ac:chgData name="VanDenDriessche, Steven M (Federal)" userId="25ef35ff-a893-4ba2-b6b5-d9e16116b1ab" providerId="ADAL" clId="{4324992F-2AD4-4AE3-B4BD-B65D6660D0D8}" dt="2024-05-09T14:28:23.576" v="37"/>
          <ac:cxnSpMkLst>
            <pc:docMk/>
            <pc:sldMk cId="532507923" sldId="301"/>
            <ac:cxnSpMk id="26" creationId="{F8F41F86-6135-05E6-F399-267B4D8EE921}"/>
          </ac:cxnSpMkLst>
        </pc:cxnChg>
        <pc:cxnChg chg="mod">
          <ac:chgData name="VanDenDriessche, Steven M (Federal)" userId="25ef35ff-a893-4ba2-b6b5-d9e16116b1ab" providerId="ADAL" clId="{4324992F-2AD4-4AE3-B4BD-B65D6660D0D8}" dt="2024-05-09T14:28:23.576" v="37"/>
          <ac:cxnSpMkLst>
            <pc:docMk/>
            <pc:sldMk cId="532507923" sldId="301"/>
            <ac:cxnSpMk id="28" creationId="{1E789747-C4C5-6B14-85BC-96E7992913FA}"/>
          </ac:cxnSpMkLst>
        </pc:cxnChg>
        <pc:cxnChg chg="mod">
          <ac:chgData name="VanDenDriessche, Steven M (Federal)" userId="25ef35ff-a893-4ba2-b6b5-d9e16116b1ab" providerId="ADAL" clId="{4324992F-2AD4-4AE3-B4BD-B65D6660D0D8}" dt="2024-05-09T14:28:23.576" v="37"/>
          <ac:cxnSpMkLst>
            <pc:docMk/>
            <pc:sldMk cId="532507923" sldId="301"/>
            <ac:cxnSpMk id="29" creationId="{A31E45C8-155E-93A5-C231-B2D9687DFDA8}"/>
          </ac:cxnSpMkLst>
        </pc:cxnChg>
      </pc:sldChg>
      <pc:sldChg chg="modSp mod modNotes">
        <pc:chgData name="VanDenDriessche, Steven M (Federal)" userId="25ef35ff-a893-4ba2-b6b5-d9e16116b1ab" providerId="ADAL" clId="{4324992F-2AD4-4AE3-B4BD-B65D6660D0D8}" dt="2024-05-16T01:41:43.526" v="1091" actId="20577"/>
        <pc:sldMkLst>
          <pc:docMk/>
          <pc:sldMk cId="2711264808" sldId="302"/>
        </pc:sldMkLst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2711264808" sldId="302"/>
            <ac:spMk id="4" creationId="{4A4C34E8-A749-DBE7-662D-A6653688DCA3}"/>
          </ac:spMkLst>
        </pc:spChg>
        <pc:spChg chg="mod">
          <ac:chgData name="VanDenDriessche, Steven M (Federal)" userId="25ef35ff-a893-4ba2-b6b5-d9e16116b1ab" providerId="ADAL" clId="{4324992F-2AD4-4AE3-B4BD-B65D6660D0D8}" dt="2024-05-16T01:41:43.526" v="1091" actId="20577"/>
          <ac:spMkLst>
            <pc:docMk/>
            <pc:sldMk cId="2711264808" sldId="302"/>
            <ac:spMk id="6" creationId="{BBE4F60B-30F4-DC80-1AE5-F0608586B779}"/>
          </ac:spMkLst>
        </pc:sp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2711264808" sldId="302"/>
            <ac:picMk id="9" creationId="{84829F39-C7F5-6F09-3AF1-0154CE2453D9}"/>
          </ac:picMkLst>
        </pc:pic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2711264808" sldId="302"/>
            <ac:picMk id="10" creationId="{4D4020D6-64B5-26C0-DDBA-45BE658EC41B}"/>
          </ac:picMkLst>
        </pc:picChg>
      </pc:sldChg>
      <pc:sldChg chg="modSp modNotes">
        <pc:chgData name="VanDenDriessche, Steven M (Federal)" userId="25ef35ff-a893-4ba2-b6b5-d9e16116b1ab" providerId="ADAL" clId="{4324992F-2AD4-4AE3-B4BD-B65D6660D0D8}" dt="2024-05-09T14:28:23.576" v="37"/>
        <pc:sldMkLst>
          <pc:docMk/>
          <pc:sldMk cId="2785831841" sldId="303"/>
        </pc:sldMkLst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2785831841" sldId="303"/>
            <ac:spMk id="4" creationId="{4A4C34E8-A749-DBE7-662D-A6653688DCA3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2785831841" sldId="303"/>
            <ac:spMk id="7" creationId="{0895D60D-8699-0054-D5CF-520BF6217F99}"/>
          </ac:spMkLst>
        </pc:sp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2785831841" sldId="303"/>
            <ac:picMk id="5" creationId="{9ACF6F5A-F612-66A4-EBDE-778D4EB40164}"/>
          </ac:picMkLst>
        </pc:pic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2785831841" sldId="303"/>
            <ac:picMk id="10" creationId="{4D4020D6-64B5-26C0-DDBA-45BE658EC41B}"/>
          </ac:picMkLst>
        </pc:pic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2785831841" sldId="303"/>
            <ac:picMk id="11" creationId="{9F67BD56-1B6A-C5AB-88DA-B5D5DFC6768D}"/>
          </ac:picMkLst>
        </pc:picChg>
        <pc:cxnChg chg="mod">
          <ac:chgData name="VanDenDriessche, Steven M (Federal)" userId="25ef35ff-a893-4ba2-b6b5-d9e16116b1ab" providerId="ADAL" clId="{4324992F-2AD4-4AE3-B4BD-B65D6660D0D8}" dt="2024-05-09T14:28:23.576" v="37"/>
          <ac:cxnSpMkLst>
            <pc:docMk/>
            <pc:sldMk cId="2785831841" sldId="303"/>
            <ac:cxnSpMk id="13" creationId="{926A7681-3152-61A6-8F6E-86F2EC5485D6}"/>
          </ac:cxnSpMkLst>
        </pc:cxnChg>
      </pc:sldChg>
      <pc:sldChg chg="modSp modNotes">
        <pc:chgData name="VanDenDriessche, Steven M (Federal)" userId="25ef35ff-a893-4ba2-b6b5-d9e16116b1ab" providerId="ADAL" clId="{4324992F-2AD4-4AE3-B4BD-B65D6660D0D8}" dt="2024-05-09T14:28:23.576" v="37"/>
        <pc:sldMkLst>
          <pc:docMk/>
          <pc:sldMk cId="3159962922" sldId="304"/>
        </pc:sldMkLst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3159962922" sldId="304"/>
            <ac:spMk id="4" creationId="{4A4C34E8-A749-DBE7-662D-A6653688DCA3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3159962922" sldId="304"/>
            <ac:spMk id="13" creationId="{751F1591-D98C-6DA2-EA7B-FB1B18047A93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3159962922" sldId="304"/>
            <ac:spMk id="22" creationId="{84BBD366-5982-EC28-84FE-D9EA82E44E18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3159962922" sldId="304"/>
            <ac:spMk id="25" creationId="{F6A58CBD-E2BC-9D5A-E248-14CACB1FBFE0}"/>
          </ac:spMkLst>
        </pc:sp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3159962922" sldId="304"/>
            <ac:picMk id="10" creationId="{4D4020D6-64B5-26C0-DDBA-45BE658EC41B}"/>
          </ac:picMkLst>
        </pc:pic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3159962922" sldId="304"/>
            <ac:picMk id="24" creationId="{E12B003A-0B21-FE45-CDB5-C0C2EA2D2D10}"/>
          </ac:picMkLst>
        </pc:picChg>
      </pc:sldChg>
      <pc:sldChg chg="modSp modNotes">
        <pc:chgData name="VanDenDriessche, Steven M (Federal)" userId="25ef35ff-a893-4ba2-b6b5-d9e16116b1ab" providerId="ADAL" clId="{4324992F-2AD4-4AE3-B4BD-B65D6660D0D8}" dt="2024-05-09T14:28:23.576" v="37"/>
        <pc:sldMkLst>
          <pc:docMk/>
          <pc:sldMk cId="1186701971" sldId="305"/>
        </pc:sldMkLst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1186701971" sldId="305"/>
            <ac:spMk id="4" creationId="{4A4C34E8-A749-DBE7-662D-A6653688DCA3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1186701971" sldId="305"/>
            <ac:spMk id="9" creationId="{298DA5D0-1031-4845-2306-99A2B6103319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1186701971" sldId="305"/>
            <ac:spMk id="11" creationId="{CBA33750-86B2-688E-D7BD-1863C1638408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1186701971" sldId="305"/>
            <ac:spMk id="14" creationId="{B48615EC-7F4D-3496-CAEE-BF8E69E41932}"/>
          </ac:spMkLst>
        </pc:sp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1186701971" sldId="305"/>
            <ac:picMk id="3" creationId="{EB66C103-720C-8BE9-BE2D-CD0258551AA6}"/>
          </ac:picMkLst>
        </pc:pic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1186701971" sldId="305"/>
            <ac:picMk id="5" creationId="{28E71731-9585-0DCC-0A97-ED5D697FA525}"/>
          </ac:picMkLst>
        </pc:pic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1186701971" sldId="305"/>
            <ac:picMk id="6" creationId="{17C6EC70-92F5-A086-84E3-0F9885268B31}"/>
          </ac:picMkLst>
        </pc:pic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1186701971" sldId="305"/>
            <ac:picMk id="7" creationId="{24182602-8500-9406-EB42-82860FDDE93E}"/>
          </ac:picMkLst>
        </pc:pic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1186701971" sldId="305"/>
            <ac:picMk id="10" creationId="{4D4020D6-64B5-26C0-DDBA-45BE658EC41B}"/>
          </ac:picMkLst>
        </pc:picChg>
        <pc:cxnChg chg="mod">
          <ac:chgData name="VanDenDriessche, Steven M (Federal)" userId="25ef35ff-a893-4ba2-b6b5-d9e16116b1ab" providerId="ADAL" clId="{4324992F-2AD4-4AE3-B4BD-B65D6660D0D8}" dt="2024-05-09T14:28:23.576" v="37"/>
          <ac:cxnSpMkLst>
            <pc:docMk/>
            <pc:sldMk cId="1186701971" sldId="305"/>
            <ac:cxnSpMk id="16" creationId="{CB3B99AE-EBF0-7512-BA9B-D3A52AA54CA9}"/>
          </ac:cxnSpMkLst>
        </pc:cxnChg>
      </pc:sldChg>
      <pc:sldChg chg="modSp modNotes">
        <pc:chgData name="VanDenDriessche, Steven M (Federal)" userId="25ef35ff-a893-4ba2-b6b5-d9e16116b1ab" providerId="ADAL" clId="{4324992F-2AD4-4AE3-B4BD-B65D6660D0D8}" dt="2024-05-09T14:28:23.576" v="37"/>
        <pc:sldMkLst>
          <pc:docMk/>
          <pc:sldMk cId="452931253" sldId="306"/>
        </pc:sldMkLst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452931253" sldId="306"/>
            <ac:spMk id="4" creationId="{4A4C34E8-A749-DBE7-662D-A6653688DCA3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452931253" sldId="306"/>
            <ac:spMk id="9" creationId="{E033AC10-7A1A-0DBF-D4D0-2F897794F0AD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452931253" sldId="306"/>
            <ac:spMk id="12" creationId="{B06BB02F-B673-BDAF-3892-630085B4DF73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452931253" sldId="306"/>
            <ac:spMk id="14" creationId="{7BA3DCC3-38E3-0FDC-6D2A-20100F76A1BD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452931253" sldId="306"/>
            <ac:spMk id="20" creationId="{D06A4568-7009-C87A-6584-F2E7BBFE7BAD}"/>
          </ac:spMkLst>
        </pc:sp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452931253" sldId="306"/>
            <ac:picMk id="3" creationId="{82C189A4-9E37-CD22-1852-6B80F0ED8BD6}"/>
          </ac:picMkLst>
        </pc:pic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452931253" sldId="306"/>
            <ac:picMk id="5" creationId="{433906B8-8F0B-4729-D8C1-6976F7E278C3}"/>
          </ac:picMkLst>
        </pc:pic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452931253" sldId="306"/>
            <ac:picMk id="6" creationId="{B11A7C7C-B423-C0E1-A825-82EA90B8AF00}"/>
          </ac:picMkLst>
        </pc:pic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452931253" sldId="306"/>
            <ac:picMk id="7" creationId="{2853AAEA-7A17-A25D-C823-CC9B4CA13514}"/>
          </ac:picMkLst>
        </pc:pic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452931253" sldId="306"/>
            <ac:picMk id="10" creationId="{4D4020D6-64B5-26C0-DDBA-45BE658EC41B}"/>
          </ac:picMkLst>
        </pc:picChg>
        <pc:cxnChg chg="mod">
          <ac:chgData name="VanDenDriessche, Steven M (Federal)" userId="25ef35ff-a893-4ba2-b6b5-d9e16116b1ab" providerId="ADAL" clId="{4324992F-2AD4-4AE3-B4BD-B65D6660D0D8}" dt="2024-05-09T14:28:23.576" v="37"/>
          <ac:cxnSpMkLst>
            <pc:docMk/>
            <pc:sldMk cId="452931253" sldId="306"/>
            <ac:cxnSpMk id="11" creationId="{0F1AD099-CECA-31DF-028F-BB96FE075623}"/>
          </ac:cxnSpMkLst>
        </pc:cxnChg>
        <pc:cxnChg chg="mod">
          <ac:chgData name="VanDenDriessche, Steven M (Federal)" userId="25ef35ff-a893-4ba2-b6b5-d9e16116b1ab" providerId="ADAL" clId="{4324992F-2AD4-4AE3-B4BD-B65D6660D0D8}" dt="2024-05-09T14:28:23.576" v="37"/>
          <ac:cxnSpMkLst>
            <pc:docMk/>
            <pc:sldMk cId="452931253" sldId="306"/>
            <ac:cxnSpMk id="13" creationId="{2CBFB781-11BC-C6A7-A66B-7D9501F86919}"/>
          </ac:cxnSpMkLst>
        </pc:cxnChg>
      </pc:sldChg>
      <pc:sldChg chg="modSp modNotes">
        <pc:chgData name="VanDenDriessche, Steven M (Federal)" userId="25ef35ff-a893-4ba2-b6b5-d9e16116b1ab" providerId="ADAL" clId="{4324992F-2AD4-4AE3-B4BD-B65D6660D0D8}" dt="2024-05-09T14:28:23.576" v="37"/>
        <pc:sldMkLst>
          <pc:docMk/>
          <pc:sldMk cId="27481045" sldId="307"/>
        </pc:sldMkLst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27481045" sldId="307"/>
            <ac:spMk id="4" creationId="{4A4C34E8-A749-DBE7-662D-A6653688DCA3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27481045" sldId="307"/>
            <ac:spMk id="11" creationId="{BDEFAF0B-CF2F-EBBA-FF51-F1877E2C96E5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27481045" sldId="307"/>
            <ac:spMk id="13" creationId="{08EB81BF-37CD-1123-D378-8B776E310354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27481045" sldId="307"/>
            <ac:spMk id="15" creationId="{15FFA6F5-29D2-B446-B882-B6E186E626FE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27481045" sldId="307"/>
            <ac:spMk id="17" creationId="{75980897-A60C-CD88-8B5D-C4DB5E86A2AD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27481045" sldId="307"/>
            <ac:spMk id="18" creationId="{8CC66E81-0EC6-B5AE-3E45-BF9A8212A22C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27481045" sldId="307"/>
            <ac:spMk id="19" creationId="{25F61A94-81D3-0E99-0C98-70B291423105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27481045" sldId="307"/>
            <ac:spMk id="20" creationId="{A348A262-194D-1D36-EA68-C9481F6B3405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27481045" sldId="307"/>
            <ac:spMk id="21" creationId="{8169973E-6F15-6869-3B40-9D6E8E28860C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27481045" sldId="307"/>
            <ac:spMk id="22" creationId="{12F94D67-848F-4583-780C-66151F0C4054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27481045" sldId="307"/>
            <ac:spMk id="23" creationId="{E0E74634-8637-593A-776B-794FB8A0FF77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27481045" sldId="307"/>
            <ac:spMk id="24" creationId="{C5D572BD-E646-1B4A-16E0-8706BE445A01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27481045" sldId="307"/>
            <ac:spMk id="27" creationId="{0D80836F-48D0-0615-E177-E00CDDBE7A76}"/>
          </ac:spMkLst>
        </pc:sp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27481045" sldId="307"/>
            <ac:picMk id="3" creationId="{5CD8AEF0-11DA-A4B1-BD67-6CD15EF8440D}"/>
          </ac:picMkLst>
        </pc:pic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27481045" sldId="307"/>
            <ac:picMk id="6" creationId="{4895B5BC-9EC6-022B-48FB-2620C1B75093}"/>
          </ac:picMkLst>
        </pc:pic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27481045" sldId="307"/>
            <ac:picMk id="7" creationId="{A0BAE0D7-F93D-D6ED-8A71-75A34EDAE6CD}"/>
          </ac:picMkLst>
        </pc:pic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27481045" sldId="307"/>
            <ac:picMk id="9" creationId="{D35B1127-A15B-7D84-9A15-C3E7EE8645F6}"/>
          </ac:picMkLst>
        </pc:pic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27481045" sldId="307"/>
            <ac:picMk id="10" creationId="{4D4020D6-64B5-26C0-DDBA-45BE658EC41B}"/>
          </ac:picMkLst>
        </pc:picChg>
        <pc:cxnChg chg="mod">
          <ac:chgData name="VanDenDriessche, Steven M (Federal)" userId="25ef35ff-a893-4ba2-b6b5-d9e16116b1ab" providerId="ADAL" clId="{4324992F-2AD4-4AE3-B4BD-B65D6660D0D8}" dt="2024-05-09T14:28:23.576" v="37"/>
          <ac:cxnSpMkLst>
            <pc:docMk/>
            <pc:sldMk cId="27481045" sldId="307"/>
            <ac:cxnSpMk id="12" creationId="{ADA42962-603B-DCAE-F54E-BFB078766BF7}"/>
          </ac:cxnSpMkLst>
        </pc:cxnChg>
        <pc:cxnChg chg="mod">
          <ac:chgData name="VanDenDriessche, Steven M (Federal)" userId="25ef35ff-a893-4ba2-b6b5-d9e16116b1ab" providerId="ADAL" clId="{4324992F-2AD4-4AE3-B4BD-B65D6660D0D8}" dt="2024-05-09T14:28:23.576" v="37"/>
          <ac:cxnSpMkLst>
            <pc:docMk/>
            <pc:sldMk cId="27481045" sldId="307"/>
            <ac:cxnSpMk id="14" creationId="{A4C63CE8-5DF3-F504-3EE0-BDA3923694EB}"/>
          </ac:cxnSpMkLst>
        </pc:cxnChg>
      </pc:sldChg>
      <pc:sldChg chg="modSp modNotes">
        <pc:chgData name="VanDenDriessche, Steven M (Federal)" userId="25ef35ff-a893-4ba2-b6b5-d9e16116b1ab" providerId="ADAL" clId="{4324992F-2AD4-4AE3-B4BD-B65D6660D0D8}" dt="2024-05-09T14:28:23.576" v="37"/>
        <pc:sldMkLst>
          <pc:docMk/>
          <pc:sldMk cId="191421990" sldId="309"/>
        </pc:sldMkLst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191421990" sldId="309"/>
            <ac:spMk id="4" creationId="{4A4C34E8-A749-DBE7-662D-A6653688DCA3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191421990" sldId="309"/>
            <ac:spMk id="11" creationId="{58C8E8A6-8188-E8B5-D89B-5D70B530DB89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191421990" sldId="309"/>
            <ac:spMk id="12" creationId="{E6786366-948C-FC6B-C94B-E3618D1FCCE9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191421990" sldId="309"/>
            <ac:spMk id="13" creationId="{425CC5FA-FD00-43B9-9ED8-8C4FDF7CE6A5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191421990" sldId="309"/>
            <ac:spMk id="14" creationId="{A0632419-412A-D501-8518-02606EBEC43C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191421990" sldId="309"/>
            <ac:spMk id="15" creationId="{A15C315C-82A0-084E-CCFE-6D3AD9C274B7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191421990" sldId="309"/>
            <ac:spMk id="16" creationId="{A48BF376-9115-9758-A159-D168DA46D0C2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191421990" sldId="309"/>
            <ac:spMk id="17" creationId="{DEE61DF4-51EA-E724-8D02-758FBFF7343E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191421990" sldId="309"/>
            <ac:spMk id="18" creationId="{72184A63-4FC9-6CD1-0A1E-237E98CE5EBF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191421990" sldId="309"/>
            <ac:spMk id="19" creationId="{1E651CE5-9B53-4930-6F7D-ECD01488CDF7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191421990" sldId="309"/>
            <ac:spMk id="22" creationId="{3BFA4B3F-2092-7218-465F-13EC8BEFA2D3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191421990" sldId="309"/>
            <ac:spMk id="23" creationId="{556D8FBE-E237-CE54-2894-C5546BBC1EA0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191421990" sldId="309"/>
            <ac:spMk id="24" creationId="{7FB1DC16-3C52-C6BB-10BA-DE24AAE9CBB1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191421990" sldId="309"/>
            <ac:spMk id="25" creationId="{EA6DBD2F-C3ED-4716-AA40-A644B82374D6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191421990" sldId="309"/>
            <ac:spMk id="26" creationId="{FDDEA27C-570A-7F28-F046-482DBDD01099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191421990" sldId="309"/>
            <ac:spMk id="27" creationId="{655A3E53-8888-5B56-0E27-A9370755B001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191421990" sldId="309"/>
            <ac:spMk id="28" creationId="{7D01CF85-67C8-6820-5A31-49FF798F86E8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191421990" sldId="309"/>
            <ac:spMk id="29" creationId="{D5E41CEB-53BD-6374-A66B-C0E35458A98F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191421990" sldId="309"/>
            <ac:spMk id="30" creationId="{E1BAF045-8CF2-8FCD-98C2-711ECC456F9A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191421990" sldId="309"/>
            <ac:spMk id="31" creationId="{4EA1A1EF-55FB-BDB2-D15B-A21F359C43AE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191421990" sldId="309"/>
            <ac:spMk id="32" creationId="{4C2D7E87-1E84-7F95-F6E8-73081C4FE8CA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191421990" sldId="309"/>
            <ac:spMk id="33" creationId="{6F8872FB-F16F-9625-72D6-7A582FC025F0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191421990" sldId="309"/>
            <ac:spMk id="37" creationId="{6FE393BC-CA03-8A06-99BF-8777ABCD7122}"/>
          </ac:spMkLst>
        </pc:sp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191421990" sldId="309"/>
            <ac:picMk id="3" creationId="{9473ACBF-56A4-B2B4-B43E-EBF30725BDF1}"/>
          </ac:picMkLst>
        </pc:pic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191421990" sldId="309"/>
            <ac:picMk id="5" creationId="{BA4AF8BD-D17A-C76C-089B-23CAFFCFCF47}"/>
          </ac:picMkLst>
        </pc:pic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191421990" sldId="309"/>
            <ac:picMk id="6" creationId="{278AF895-E25D-0F6E-BD00-4E162A296095}"/>
          </ac:picMkLst>
        </pc:pic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191421990" sldId="309"/>
            <ac:picMk id="7" creationId="{37CD14C3-4F21-3944-9C96-F1135120D64D}"/>
          </ac:picMkLst>
        </pc:pic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191421990" sldId="309"/>
            <ac:picMk id="34" creationId="{D47F5767-681A-1219-2C6B-0D2252A8BF11}"/>
          </ac:picMkLst>
        </pc:picChg>
        <pc:cxnChg chg="mod">
          <ac:chgData name="VanDenDriessche, Steven M (Federal)" userId="25ef35ff-a893-4ba2-b6b5-d9e16116b1ab" providerId="ADAL" clId="{4324992F-2AD4-4AE3-B4BD-B65D6660D0D8}" dt="2024-05-09T14:28:23.576" v="37"/>
          <ac:cxnSpMkLst>
            <pc:docMk/>
            <pc:sldMk cId="191421990" sldId="309"/>
            <ac:cxnSpMk id="20" creationId="{C4BED5D4-6B2D-95CD-41EC-73D2EB1CE457}"/>
          </ac:cxnSpMkLst>
        </pc:cxnChg>
        <pc:cxnChg chg="mod">
          <ac:chgData name="VanDenDriessche, Steven M (Federal)" userId="25ef35ff-a893-4ba2-b6b5-d9e16116b1ab" providerId="ADAL" clId="{4324992F-2AD4-4AE3-B4BD-B65D6660D0D8}" dt="2024-05-09T14:28:23.576" v="37"/>
          <ac:cxnSpMkLst>
            <pc:docMk/>
            <pc:sldMk cId="191421990" sldId="309"/>
            <ac:cxnSpMk id="21" creationId="{533B968A-858C-A1B5-489D-E353554F5611}"/>
          </ac:cxnSpMkLst>
        </pc:cxnChg>
      </pc:sldChg>
      <pc:sldChg chg="modSp modNotes">
        <pc:chgData name="VanDenDriessche, Steven M (Federal)" userId="25ef35ff-a893-4ba2-b6b5-d9e16116b1ab" providerId="ADAL" clId="{4324992F-2AD4-4AE3-B4BD-B65D6660D0D8}" dt="2024-05-09T14:28:23.576" v="37"/>
        <pc:sldMkLst>
          <pc:docMk/>
          <pc:sldMk cId="4078685232" sldId="310"/>
        </pc:sldMkLst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4078685232" sldId="310"/>
            <ac:spMk id="4" creationId="{4A4C34E8-A749-DBE7-662D-A6653688DCA3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4078685232" sldId="310"/>
            <ac:spMk id="36" creationId="{E16F5A50-6A4C-519B-35A8-E5CB9129005A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4078685232" sldId="310"/>
            <ac:spMk id="37" creationId="{211E659E-B5D6-3715-8C36-B3406E4938A9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4078685232" sldId="310"/>
            <ac:spMk id="38" creationId="{C2EBBD63-8B14-5879-2F40-95A0155A2168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4078685232" sldId="310"/>
            <ac:spMk id="39" creationId="{4A23E565-A469-D601-B866-5D33341255F3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4078685232" sldId="310"/>
            <ac:spMk id="40" creationId="{CE644CBA-63C5-E5E8-2B00-14457790C5DC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4078685232" sldId="310"/>
            <ac:spMk id="41" creationId="{2C5C7CE2-F11E-12A5-C29C-02E8119B9687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4078685232" sldId="310"/>
            <ac:spMk id="42" creationId="{5F94D231-2626-E33B-655B-ABA7151C36FC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4078685232" sldId="310"/>
            <ac:spMk id="43" creationId="{FDD2BD17-F54F-768D-A9A5-1C1C0B3296AD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4078685232" sldId="310"/>
            <ac:spMk id="44" creationId="{BD52F5DB-A193-07C1-5BD6-2338B4B8836C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4078685232" sldId="310"/>
            <ac:spMk id="47" creationId="{C2E0056C-D817-5893-2861-92A5D7388288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4078685232" sldId="310"/>
            <ac:spMk id="48" creationId="{C79721BC-ED45-9A25-9131-45BD6C7A196F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4078685232" sldId="310"/>
            <ac:spMk id="49" creationId="{1BD7EFC1-7E6C-16AB-BACA-834695377E4B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4078685232" sldId="310"/>
            <ac:spMk id="50" creationId="{490EDAE1-AE84-E617-B7CB-1C1B5E649C1B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4078685232" sldId="310"/>
            <ac:spMk id="51" creationId="{97F497E2-00DF-B892-EA2B-9F44769CFF58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4078685232" sldId="310"/>
            <ac:spMk id="52" creationId="{CB1B0860-B31D-ACBE-AB29-9FFF5C1C39DB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4078685232" sldId="310"/>
            <ac:spMk id="53" creationId="{A8DB18D8-E352-7719-F91E-38ECA1C39602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4078685232" sldId="310"/>
            <ac:spMk id="54" creationId="{A17DAB3A-004C-7DA1-1D79-EEA8220AEB7D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4078685232" sldId="310"/>
            <ac:spMk id="55" creationId="{9116E55C-6402-FD4B-3B2B-6E4C8EDEC246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4078685232" sldId="310"/>
            <ac:spMk id="56" creationId="{C6CBEE7A-1A72-0958-AEA3-628839CD93B0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4078685232" sldId="310"/>
            <ac:spMk id="57" creationId="{7023B852-2F35-05EA-FBA1-CFCD86D6F52E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4078685232" sldId="310"/>
            <ac:spMk id="58" creationId="{CC345D85-37E7-1958-A293-D59AFD67B5E9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4078685232" sldId="310"/>
            <ac:spMk id="60" creationId="{3DFDFE73-8C99-A436-5DE7-6F6354A289D6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4078685232" sldId="310"/>
            <ac:spMk id="61" creationId="{D28ACEA1-0326-6257-4A8E-8C10E691408E}"/>
          </ac:spMkLst>
        </pc:sp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4078685232" sldId="310"/>
            <ac:picMk id="3" creationId="{EE9E19ED-46A5-474C-5F5C-47696069CD5D}"/>
          </ac:picMkLst>
        </pc:pic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4078685232" sldId="310"/>
            <ac:picMk id="10" creationId="{4D4020D6-64B5-26C0-DDBA-45BE658EC41B}"/>
          </ac:picMkLst>
        </pc:pic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4078685232" sldId="310"/>
            <ac:picMk id="34" creationId="{D6D2E4ED-5654-F0FD-EB56-D1D645BD3992}"/>
          </ac:picMkLst>
        </pc:pic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4078685232" sldId="310"/>
            <ac:picMk id="35" creationId="{B9F67423-8CB8-6DC9-2D0F-F5C49A855AFB}"/>
          </ac:picMkLst>
        </pc:pic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4078685232" sldId="310"/>
            <ac:picMk id="59" creationId="{25781C48-4728-FDC9-48CC-29368E7B377C}"/>
          </ac:picMkLst>
        </pc:picChg>
        <pc:cxnChg chg="mod">
          <ac:chgData name="VanDenDriessche, Steven M (Federal)" userId="25ef35ff-a893-4ba2-b6b5-d9e16116b1ab" providerId="ADAL" clId="{4324992F-2AD4-4AE3-B4BD-B65D6660D0D8}" dt="2024-05-09T14:28:23.576" v="37"/>
          <ac:cxnSpMkLst>
            <pc:docMk/>
            <pc:sldMk cId="4078685232" sldId="310"/>
            <ac:cxnSpMk id="45" creationId="{C171107D-D63C-C01C-EA7D-C5047560CC22}"/>
          </ac:cxnSpMkLst>
        </pc:cxnChg>
        <pc:cxnChg chg="mod">
          <ac:chgData name="VanDenDriessche, Steven M (Federal)" userId="25ef35ff-a893-4ba2-b6b5-d9e16116b1ab" providerId="ADAL" clId="{4324992F-2AD4-4AE3-B4BD-B65D6660D0D8}" dt="2024-05-09T14:28:23.576" v="37"/>
          <ac:cxnSpMkLst>
            <pc:docMk/>
            <pc:sldMk cId="4078685232" sldId="310"/>
            <ac:cxnSpMk id="46" creationId="{3BB474E7-2DFE-7D6A-DACA-50478EC6F804}"/>
          </ac:cxnSpMkLst>
        </pc:cxnChg>
      </pc:sldChg>
      <pc:sldChg chg="modSp ord modNotes">
        <pc:chgData name="VanDenDriessche, Steven M (Federal)" userId="25ef35ff-a893-4ba2-b6b5-d9e16116b1ab" providerId="ADAL" clId="{4324992F-2AD4-4AE3-B4BD-B65D6660D0D8}" dt="2024-05-16T01:39:42.149" v="1062"/>
        <pc:sldMkLst>
          <pc:docMk/>
          <pc:sldMk cId="3063565924" sldId="311"/>
        </pc:sldMkLst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3063565924" sldId="311"/>
            <ac:spMk id="6" creationId="{7D70FD97-E267-1535-325C-09AB7F877847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3063565924" sldId="311"/>
            <ac:spMk id="8" creationId="{857DED1A-CD7F-5F9B-0B8D-8A04E3F5B262}"/>
          </ac:spMkLst>
        </pc:sp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3063565924" sldId="311"/>
            <ac:picMk id="5" creationId="{73ED8B27-8A90-37AB-A5F6-73EF12E9F8D8}"/>
          </ac:picMkLst>
        </pc:pic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3063565924" sldId="311"/>
            <ac:picMk id="7" creationId="{E313CAAD-A1CE-0FE2-DFF5-09CE31DEAF3B}"/>
          </ac:picMkLst>
        </pc:pic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3063565924" sldId="311"/>
            <ac:picMk id="9" creationId="{4E2F1EE3-7150-6323-A65A-7F0E433CA1E4}"/>
          </ac:picMkLst>
        </pc:pic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3063565924" sldId="311"/>
            <ac:picMk id="10" creationId="{4D4020D6-64B5-26C0-DDBA-45BE658EC41B}"/>
          </ac:picMkLst>
        </pc:picChg>
      </pc:sldChg>
      <pc:sldChg chg="modSp ord modNotes">
        <pc:chgData name="VanDenDriessche, Steven M (Federal)" userId="25ef35ff-a893-4ba2-b6b5-d9e16116b1ab" providerId="ADAL" clId="{4324992F-2AD4-4AE3-B4BD-B65D6660D0D8}" dt="2024-05-16T01:39:42.149" v="1062"/>
        <pc:sldMkLst>
          <pc:docMk/>
          <pc:sldMk cId="979556136" sldId="312"/>
        </pc:sldMkLst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979556136" sldId="312"/>
            <ac:spMk id="2" creationId="{C83E93A8-3D4F-200B-F113-1FD4A4C7FED1}"/>
          </ac:spMkLst>
        </pc:sp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979556136" sldId="312"/>
            <ac:picMk id="10" creationId="{4D4020D6-64B5-26C0-DDBA-45BE658EC41B}"/>
          </ac:picMkLst>
        </pc:pic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979556136" sldId="312"/>
            <ac:picMk id="17" creationId="{518F961D-370A-D536-BA0D-1CAA6A5F79CE}"/>
          </ac:picMkLst>
        </pc:picChg>
      </pc:sldChg>
      <pc:sldChg chg="modSp ord modNotes">
        <pc:chgData name="VanDenDriessche, Steven M (Federal)" userId="25ef35ff-a893-4ba2-b6b5-d9e16116b1ab" providerId="ADAL" clId="{4324992F-2AD4-4AE3-B4BD-B65D6660D0D8}" dt="2024-05-16T01:39:42.149" v="1062"/>
        <pc:sldMkLst>
          <pc:docMk/>
          <pc:sldMk cId="2612514396" sldId="313"/>
        </pc:sldMkLst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2612514396" sldId="313"/>
            <ac:spMk id="9" creationId="{BD7A3E3F-A401-92B7-8F7B-9EB5BAB5C64D}"/>
          </ac:spMkLst>
        </pc:sp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2612514396" sldId="313"/>
            <ac:picMk id="4" creationId="{68BEDE55-650C-1D91-F983-AB391A5B0AE9}"/>
          </ac:picMkLst>
        </pc:pic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2612514396" sldId="313"/>
            <ac:picMk id="5" creationId="{9848A45C-F5D5-4D92-DD76-0AECC88D467C}"/>
          </ac:picMkLst>
        </pc:pic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2612514396" sldId="313"/>
            <ac:picMk id="8" creationId="{419DEA4A-5C23-31C0-43D9-AEB36AF2FA7D}"/>
          </ac:picMkLst>
        </pc:picChg>
      </pc:sldChg>
      <pc:sldChg chg="modSp modNotes">
        <pc:chgData name="VanDenDriessche, Steven M (Federal)" userId="25ef35ff-a893-4ba2-b6b5-d9e16116b1ab" providerId="ADAL" clId="{4324992F-2AD4-4AE3-B4BD-B65D6660D0D8}" dt="2024-05-09T14:28:23.576" v="37"/>
        <pc:sldMkLst>
          <pc:docMk/>
          <pc:sldMk cId="1153453550" sldId="314"/>
        </pc:sldMkLst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1153453550" sldId="314"/>
            <ac:spMk id="4" creationId="{10251F30-70DB-AAF4-2336-DF6DA2218DC5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1153453550" sldId="314"/>
            <ac:spMk id="5" creationId="{A3751588-BE07-E8E8-C7B7-0AE5B976E6AE}"/>
          </ac:spMkLst>
        </pc:sp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1153453550" sldId="314"/>
            <ac:picMk id="2" creationId="{DABE3BE8-3A74-B866-587E-25965066CD9B}"/>
          </ac:picMkLst>
        </pc:picChg>
      </pc:sldChg>
      <pc:sldChg chg="modSp modNotes">
        <pc:chgData name="VanDenDriessche, Steven M (Federal)" userId="25ef35ff-a893-4ba2-b6b5-d9e16116b1ab" providerId="ADAL" clId="{4324992F-2AD4-4AE3-B4BD-B65D6660D0D8}" dt="2024-05-09T14:28:23.576" v="37"/>
        <pc:sldMkLst>
          <pc:docMk/>
          <pc:sldMk cId="2802403902" sldId="315"/>
        </pc:sldMkLst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2802403902" sldId="315"/>
            <ac:spMk id="5" creationId="{E43F8720-A3FA-75A5-0F6D-CA64E705150C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2802403902" sldId="315"/>
            <ac:spMk id="14" creationId="{9B6D076C-BD79-761E-3276-48920B78A647}"/>
          </ac:spMkLst>
        </pc:sp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2802403902" sldId="315"/>
            <ac:picMk id="12" creationId="{45022EBB-4216-BFF7-341A-2119BD112109}"/>
          </ac:picMkLst>
        </pc:picChg>
      </pc:sldChg>
      <pc:sldChg chg="modSp modNotes">
        <pc:chgData name="VanDenDriessche, Steven M (Federal)" userId="25ef35ff-a893-4ba2-b6b5-d9e16116b1ab" providerId="ADAL" clId="{4324992F-2AD4-4AE3-B4BD-B65D6660D0D8}" dt="2024-05-09T14:28:23.576" v="37"/>
        <pc:sldMkLst>
          <pc:docMk/>
          <pc:sldMk cId="4093023817" sldId="316"/>
        </pc:sldMkLst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4093023817" sldId="316"/>
            <ac:spMk id="6" creationId="{B26CD058-D2FF-D773-8B89-520C53C46536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4093023817" sldId="316"/>
            <ac:spMk id="14" creationId="{9B6D076C-BD79-761E-3276-48920B78A647}"/>
          </ac:spMkLst>
        </pc:sp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4093023817" sldId="316"/>
            <ac:picMk id="4" creationId="{FAF1D380-7A0D-E7D1-34C1-54F8B3F004D4}"/>
          </ac:picMkLst>
        </pc:picChg>
        <pc:cxnChg chg="mod">
          <ac:chgData name="VanDenDriessche, Steven M (Federal)" userId="25ef35ff-a893-4ba2-b6b5-d9e16116b1ab" providerId="ADAL" clId="{4324992F-2AD4-4AE3-B4BD-B65D6660D0D8}" dt="2024-05-09T14:28:23.576" v="37"/>
          <ac:cxnSpMkLst>
            <pc:docMk/>
            <pc:sldMk cId="4093023817" sldId="316"/>
            <ac:cxnSpMk id="41" creationId="{954859B7-FC14-B1AE-A410-A936D5CB7D0E}"/>
          </ac:cxnSpMkLst>
        </pc:cxnChg>
      </pc:sldChg>
      <pc:sldChg chg="modSp mod modNotes">
        <pc:chgData name="VanDenDriessche, Steven M (Federal)" userId="25ef35ff-a893-4ba2-b6b5-d9e16116b1ab" providerId="ADAL" clId="{4324992F-2AD4-4AE3-B4BD-B65D6660D0D8}" dt="2024-05-16T00:58:34.568" v="1001" actId="14100"/>
        <pc:sldMkLst>
          <pc:docMk/>
          <pc:sldMk cId="453187452" sldId="318"/>
        </pc:sldMkLst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453187452" sldId="318"/>
            <ac:spMk id="2" creationId="{89B7325F-90CE-D247-7D80-26E27035B005}"/>
          </ac:spMkLst>
        </pc:spChg>
        <pc:spChg chg="mod">
          <ac:chgData name="VanDenDriessche, Steven M (Federal)" userId="25ef35ff-a893-4ba2-b6b5-d9e16116b1ab" providerId="ADAL" clId="{4324992F-2AD4-4AE3-B4BD-B65D6660D0D8}" dt="2024-05-16T00:58:34.568" v="1001" actId="14100"/>
          <ac:spMkLst>
            <pc:docMk/>
            <pc:sldMk cId="453187452" sldId="318"/>
            <ac:spMk id="6" creationId="{40A222A8-6D4C-1CCE-DDB5-A12DD950E49B}"/>
          </ac:spMkLst>
        </pc:sp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453187452" sldId="318"/>
            <ac:picMk id="8" creationId="{419DEA4A-5C23-31C0-43D9-AEB36AF2FA7D}"/>
          </ac:picMkLst>
        </pc:picChg>
      </pc:sldChg>
      <pc:sldChg chg="addSp delSp modSp mod modNotes">
        <pc:chgData name="VanDenDriessche, Steven M (Federal)" userId="25ef35ff-a893-4ba2-b6b5-d9e16116b1ab" providerId="ADAL" clId="{4324992F-2AD4-4AE3-B4BD-B65D6660D0D8}" dt="2024-05-16T01:38:14.635" v="1057" actId="21"/>
        <pc:sldMkLst>
          <pc:docMk/>
          <pc:sldMk cId="3313905690" sldId="319"/>
        </pc:sldMkLst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3313905690" sldId="319"/>
            <ac:spMk id="2" creationId="{A838A5AA-1581-228B-0F8F-2A9047821491}"/>
          </ac:spMkLst>
        </pc:spChg>
        <pc:spChg chg="del mod">
          <ac:chgData name="VanDenDriessche, Steven M (Federal)" userId="25ef35ff-a893-4ba2-b6b5-d9e16116b1ab" providerId="ADAL" clId="{4324992F-2AD4-4AE3-B4BD-B65D6660D0D8}" dt="2024-05-16T01:00:04.622" v="1026" actId="478"/>
          <ac:spMkLst>
            <pc:docMk/>
            <pc:sldMk cId="3313905690" sldId="319"/>
            <ac:spMk id="3" creationId="{28DF495B-D508-199A-3045-4CDC45801A73}"/>
          </ac:spMkLst>
        </pc:spChg>
        <pc:spChg chg="add mod">
          <ac:chgData name="VanDenDriessche, Steven M (Federal)" userId="25ef35ff-a893-4ba2-b6b5-d9e16116b1ab" providerId="ADAL" clId="{4324992F-2AD4-4AE3-B4BD-B65D6660D0D8}" dt="2024-05-16T01:00:50.541" v="1052"/>
          <ac:spMkLst>
            <pc:docMk/>
            <pc:sldMk cId="3313905690" sldId="319"/>
            <ac:spMk id="4" creationId="{E53C174A-9363-0A0A-32F6-0057AC63AA88}"/>
          </ac:spMkLst>
        </pc:spChg>
        <pc:picChg chg="add del mod">
          <ac:chgData name="VanDenDriessche, Steven M (Federal)" userId="25ef35ff-a893-4ba2-b6b5-d9e16116b1ab" providerId="ADAL" clId="{4324992F-2AD4-4AE3-B4BD-B65D6660D0D8}" dt="2024-05-16T01:38:14.635" v="1057" actId="21"/>
          <ac:picMkLst>
            <pc:docMk/>
            <pc:sldMk cId="3313905690" sldId="319"/>
            <ac:picMk id="6" creationId="{AA2287FE-7D43-4497-90A5-18F2E3EF5BCA}"/>
          </ac:picMkLst>
        </pc:pic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3313905690" sldId="319"/>
            <ac:picMk id="8" creationId="{419DEA4A-5C23-31C0-43D9-AEB36AF2FA7D}"/>
          </ac:picMkLst>
        </pc:picChg>
      </pc:sldChg>
      <pc:sldChg chg="addSp delSp modSp mod modNotes">
        <pc:chgData name="VanDenDriessche, Steven M (Federal)" userId="25ef35ff-a893-4ba2-b6b5-d9e16116b1ab" providerId="ADAL" clId="{4324992F-2AD4-4AE3-B4BD-B65D6660D0D8}" dt="2024-05-16T01:00:26.602" v="1030"/>
        <pc:sldMkLst>
          <pc:docMk/>
          <pc:sldMk cId="2573101418" sldId="320"/>
        </pc:sldMkLst>
        <pc:spChg chg="add mod">
          <ac:chgData name="VanDenDriessche, Steven M (Federal)" userId="25ef35ff-a893-4ba2-b6b5-d9e16116b1ab" providerId="ADAL" clId="{4324992F-2AD4-4AE3-B4BD-B65D6660D0D8}" dt="2024-05-16T01:00:26.602" v="1030"/>
          <ac:spMkLst>
            <pc:docMk/>
            <pc:sldMk cId="2573101418" sldId="320"/>
            <ac:spMk id="2" creationId="{44527E97-4B63-8FD7-08E4-98FE56432A52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2573101418" sldId="320"/>
            <ac:spMk id="7" creationId="{E3314727-CE75-376B-0038-508B0F05B4BD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2573101418" sldId="320"/>
            <ac:spMk id="15" creationId="{9A57BBCC-4712-F7B7-62E0-2C3E79F134AC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2573101418" sldId="320"/>
            <ac:spMk id="16" creationId="{D1577FD7-7639-5D18-C818-9A65E11CCB97}"/>
          </ac:spMkLst>
        </pc:spChg>
        <pc:spChg chg="del mod">
          <ac:chgData name="VanDenDriessche, Steven M (Federal)" userId="25ef35ff-a893-4ba2-b6b5-d9e16116b1ab" providerId="ADAL" clId="{4324992F-2AD4-4AE3-B4BD-B65D6660D0D8}" dt="2024-05-16T00:58:47.583" v="1004" actId="478"/>
          <ac:spMkLst>
            <pc:docMk/>
            <pc:sldMk cId="2573101418" sldId="320"/>
            <ac:spMk id="18" creationId="{046F0D48-656A-379B-C32C-BFC152A5DF76}"/>
          </ac:spMkLst>
        </pc:sp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2573101418" sldId="320"/>
            <ac:picMk id="3" creationId="{B050CAA1-4528-F867-40E7-D346DB3EBCC7}"/>
          </ac:picMkLst>
        </pc:pic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2573101418" sldId="320"/>
            <ac:picMk id="4" creationId="{9A520665-982E-0671-7F6F-5DADC561681C}"/>
          </ac:picMkLst>
        </pc:pic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2573101418" sldId="320"/>
            <ac:picMk id="8" creationId="{419DEA4A-5C23-31C0-43D9-AEB36AF2FA7D}"/>
          </ac:picMkLst>
        </pc:picChg>
        <pc:cxnChg chg="mod">
          <ac:chgData name="VanDenDriessche, Steven M (Federal)" userId="25ef35ff-a893-4ba2-b6b5-d9e16116b1ab" providerId="ADAL" clId="{4324992F-2AD4-4AE3-B4BD-B65D6660D0D8}" dt="2024-05-09T14:28:23.576" v="37"/>
          <ac:cxnSpMkLst>
            <pc:docMk/>
            <pc:sldMk cId="2573101418" sldId="320"/>
            <ac:cxnSpMk id="10" creationId="{48A53FC1-9F1B-F43A-40EA-C6384C36B5CE}"/>
          </ac:cxnSpMkLst>
        </pc:cxnChg>
        <pc:cxnChg chg="mod">
          <ac:chgData name="VanDenDriessche, Steven M (Federal)" userId="25ef35ff-a893-4ba2-b6b5-d9e16116b1ab" providerId="ADAL" clId="{4324992F-2AD4-4AE3-B4BD-B65D6660D0D8}" dt="2024-05-09T14:28:23.576" v="37"/>
          <ac:cxnSpMkLst>
            <pc:docMk/>
            <pc:sldMk cId="2573101418" sldId="320"/>
            <ac:cxnSpMk id="13" creationId="{98820F81-CDF1-1B4F-B124-53F69D946EE7}"/>
          </ac:cxnSpMkLst>
        </pc:cxnChg>
      </pc:sldChg>
      <pc:sldChg chg="addSp delSp modSp mod modNotes">
        <pc:chgData name="VanDenDriessche, Steven M (Federal)" userId="25ef35ff-a893-4ba2-b6b5-d9e16116b1ab" providerId="ADAL" clId="{4324992F-2AD4-4AE3-B4BD-B65D6660D0D8}" dt="2024-05-16T01:00:25.381" v="1029"/>
        <pc:sldMkLst>
          <pc:docMk/>
          <pc:sldMk cId="3363777449" sldId="321"/>
        </pc:sldMkLst>
        <pc:spChg chg="add mod">
          <ac:chgData name="VanDenDriessche, Steven M (Federal)" userId="25ef35ff-a893-4ba2-b6b5-d9e16116b1ab" providerId="ADAL" clId="{4324992F-2AD4-4AE3-B4BD-B65D6660D0D8}" dt="2024-05-16T01:00:25.381" v="1029"/>
          <ac:spMkLst>
            <pc:docMk/>
            <pc:sldMk cId="3363777449" sldId="321"/>
            <ac:spMk id="2" creationId="{28CA4ED6-75A9-3672-5361-99B9142CB62A}"/>
          </ac:spMkLst>
        </pc:spChg>
        <pc:spChg chg="del mod">
          <ac:chgData name="VanDenDriessche, Steven M (Federal)" userId="25ef35ff-a893-4ba2-b6b5-d9e16116b1ab" providerId="ADAL" clId="{4324992F-2AD4-4AE3-B4BD-B65D6660D0D8}" dt="2024-05-16T00:58:44.271" v="1003" actId="478"/>
          <ac:spMkLst>
            <pc:docMk/>
            <pc:sldMk cId="3363777449" sldId="321"/>
            <ac:spMk id="3" creationId="{94DB23BF-F792-8DD5-84EB-A28EFD577F7E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3363777449" sldId="321"/>
            <ac:spMk id="6" creationId="{D64674F9-8DE2-B3B3-11C4-D3458F9A0253}"/>
          </ac:spMkLst>
        </pc:sp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3363777449" sldId="321"/>
            <ac:picMk id="8" creationId="{419DEA4A-5C23-31C0-43D9-AEB36AF2FA7D}"/>
          </ac:picMkLst>
        </pc:picChg>
      </pc:sldChg>
      <pc:sldChg chg="addSp delSp modSp mod modAnim modNotes">
        <pc:chgData name="VanDenDriessche, Steven M (Federal)" userId="25ef35ff-a893-4ba2-b6b5-d9e16116b1ab" providerId="ADAL" clId="{4324992F-2AD4-4AE3-B4BD-B65D6660D0D8}" dt="2024-05-17T18:23:56.157" v="1103" actId="692"/>
        <pc:sldMkLst>
          <pc:docMk/>
          <pc:sldMk cId="3596942571" sldId="323"/>
        </pc:sldMkLst>
        <pc:spChg chg="add mod">
          <ac:chgData name="VanDenDriessche, Steven M (Federal)" userId="25ef35ff-a893-4ba2-b6b5-d9e16116b1ab" providerId="ADAL" clId="{4324992F-2AD4-4AE3-B4BD-B65D6660D0D8}" dt="2024-05-16T01:00:51.732" v="1053"/>
          <ac:spMkLst>
            <pc:docMk/>
            <pc:sldMk cId="3596942571" sldId="323"/>
            <ac:spMk id="2" creationId="{928F320B-DE94-45EC-9A34-BB283AC6DD55}"/>
          </ac:spMkLst>
        </pc:spChg>
        <pc:spChg chg="del mod">
          <ac:chgData name="VanDenDriessche, Steven M (Federal)" userId="25ef35ff-a893-4ba2-b6b5-d9e16116b1ab" providerId="ADAL" clId="{4324992F-2AD4-4AE3-B4BD-B65D6660D0D8}" dt="2024-05-16T01:00:08.047" v="1027" actId="478"/>
          <ac:spMkLst>
            <pc:docMk/>
            <pc:sldMk cId="3596942571" sldId="323"/>
            <ac:spMk id="3" creationId="{15E2CF63-748E-BEB0-93D9-D54FE10BBB7B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3596942571" sldId="323"/>
            <ac:spMk id="6" creationId="{822B8D28-ABFB-4101-9C46-8A403122C407}"/>
          </ac:spMkLst>
        </pc:spChg>
        <pc:picChg chg="add mod">
          <ac:chgData name="VanDenDriessche, Steven M (Federal)" userId="25ef35ff-a893-4ba2-b6b5-d9e16116b1ab" providerId="ADAL" clId="{4324992F-2AD4-4AE3-B4BD-B65D6660D0D8}" dt="2024-05-17T18:23:56.157" v="1103" actId="692"/>
          <ac:picMkLst>
            <pc:docMk/>
            <pc:sldMk cId="3596942571" sldId="323"/>
            <ac:picMk id="4" creationId="{6BBA4EA1-7E5E-E922-C3A7-36E9E7179302}"/>
          </ac:picMkLst>
        </pc:pic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3596942571" sldId="323"/>
            <ac:picMk id="8" creationId="{419DEA4A-5C23-31C0-43D9-AEB36AF2FA7D}"/>
          </ac:picMkLst>
        </pc:picChg>
      </pc:sldChg>
      <pc:sldChg chg="modSp ord modNotes">
        <pc:chgData name="VanDenDriessche, Steven M (Federal)" userId="25ef35ff-a893-4ba2-b6b5-d9e16116b1ab" providerId="ADAL" clId="{4324992F-2AD4-4AE3-B4BD-B65D6660D0D8}" dt="2024-05-16T01:39:42.149" v="1062"/>
        <pc:sldMkLst>
          <pc:docMk/>
          <pc:sldMk cId="2239251399" sldId="324"/>
        </pc:sldMkLst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2239251399" sldId="324"/>
            <ac:spMk id="5" creationId="{DC7CC202-1671-3DD2-3C8F-746152173521}"/>
          </ac:spMkLst>
        </pc:sp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2239251399" sldId="324"/>
            <ac:picMk id="10" creationId="{4D4020D6-64B5-26C0-DDBA-45BE658EC41B}"/>
          </ac:picMkLst>
        </pc:pic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2239251399" sldId="324"/>
            <ac:picMk id="17" creationId="{518F961D-370A-D536-BA0D-1CAA6A5F79CE}"/>
          </ac:picMkLst>
        </pc:picChg>
      </pc:sldChg>
      <pc:sldChg chg="addSp delSp modSp mod modNotes">
        <pc:chgData name="VanDenDriessche, Steven M (Federal)" userId="25ef35ff-a893-4ba2-b6b5-d9e16116b1ab" providerId="ADAL" clId="{4324992F-2AD4-4AE3-B4BD-B65D6660D0D8}" dt="2024-05-16T01:00:28.226" v="1032"/>
        <pc:sldMkLst>
          <pc:docMk/>
          <pc:sldMk cId="2110703155" sldId="325"/>
        </pc:sldMkLst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2110703155" sldId="325"/>
            <ac:spMk id="2" creationId="{90C38C76-8D5C-835D-45BF-104D5D982E4F}"/>
          </ac:spMkLst>
        </pc:spChg>
        <pc:spChg chg="add mod">
          <ac:chgData name="VanDenDriessche, Steven M (Federal)" userId="25ef35ff-a893-4ba2-b6b5-d9e16116b1ab" providerId="ADAL" clId="{4324992F-2AD4-4AE3-B4BD-B65D6660D0D8}" dt="2024-05-16T01:00:28.226" v="1032"/>
          <ac:spMkLst>
            <pc:docMk/>
            <pc:sldMk cId="2110703155" sldId="325"/>
            <ac:spMk id="4" creationId="{E68431DD-88B0-286B-C810-3F6D79CFAC88}"/>
          </ac:spMkLst>
        </pc:spChg>
        <pc:spChg chg="del mod">
          <ac:chgData name="VanDenDriessche, Steven M (Federal)" userId="25ef35ff-a893-4ba2-b6b5-d9e16116b1ab" providerId="ADAL" clId="{4324992F-2AD4-4AE3-B4BD-B65D6660D0D8}" dt="2024-05-16T00:58:53.772" v="1006" actId="478"/>
          <ac:spMkLst>
            <pc:docMk/>
            <pc:sldMk cId="2110703155" sldId="325"/>
            <ac:spMk id="6" creationId="{23F289B9-3BF6-D200-E0CA-530CA764A2D8}"/>
          </ac:spMkLst>
        </pc:sp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2110703155" sldId="325"/>
            <ac:picMk id="3" creationId="{2BA30979-2CEF-6806-F86A-2E95713D3151}"/>
          </ac:picMkLst>
        </pc:picChg>
      </pc:sldChg>
      <pc:sldChg chg="addSp delSp modSp mod modNotes">
        <pc:chgData name="VanDenDriessche, Steven M (Federal)" userId="25ef35ff-a893-4ba2-b6b5-d9e16116b1ab" providerId="ADAL" clId="{4324992F-2AD4-4AE3-B4BD-B65D6660D0D8}" dt="2024-05-16T01:00:29.058" v="1033"/>
        <pc:sldMkLst>
          <pc:docMk/>
          <pc:sldMk cId="2973865265" sldId="326"/>
        </pc:sldMkLst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2973865265" sldId="326"/>
            <ac:spMk id="2" creationId="{28D16EA2-7689-8AFC-53D0-E7AF2FB69EA9}"/>
          </ac:spMkLst>
        </pc:spChg>
        <pc:spChg chg="add mod">
          <ac:chgData name="VanDenDriessche, Steven M (Federal)" userId="25ef35ff-a893-4ba2-b6b5-d9e16116b1ab" providerId="ADAL" clId="{4324992F-2AD4-4AE3-B4BD-B65D6660D0D8}" dt="2024-05-16T01:00:29.058" v="1033"/>
          <ac:spMkLst>
            <pc:docMk/>
            <pc:sldMk cId="2973865265" sldId="326"/>
            <ac:spMk id="4" creationId="{C489F496-C347-2FC8-AAE8-F665A333B17E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2973865265" sldId="326"/>
            <ac:spMk id="7" creationId="{053768A0-8614-9081-29FA-267D690AB7F8}"/>
          </ac:spMkLst>
        </pc:spChg>
        <pc:spChg chg="del mod">
          <ac:chgData name="VanDenDriessche, Steven M (Federal)" userId="25ef35ff-a893-4ba2-b6b5-d9e16116b1ab" providerId="ADAL" clId="{4324992F-2AD4-4AE3-B4BD-B65D6660D0D8}" dt="2024-05-16T00:58:56.621" v="1007" actId="478"/>
          <ac:spMkLst>
            <pc:docMk/>
            <pc:sldMk cId="2973865265" sldId="326"/>
            <ac:spMk id="22" creationId="{2F1EB47D-D48D-2B51-75BC-0A30F15A26A8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2973865265" sldId="326"/>
            <ac:spMk id="23" creationId="{D8EE677D-BF1C-1DA4-83B0-158AFFD23D5B}"/>
          </ac:spMkLst>
        </pc:spChg>
        <pc:spChg chg="mod">
          <ac:chgData name="VanDenDriessche, Steven M (Federal)" userId="25ef35ff-a893-4ba2-b6b5-d9e16116b1ab" providerId="ADAL" clId="{4324992F-2AD4-4AE3-B4BD-B65D6660D0D8}" dt="2024-05-16T00:17:36.516" v="327" actId="1037"/>
          <ac:spMkLst>
            <pc:docMk/>
            <pc:sldMk cId="2973865265" sldId="326"/>
            <ac:spMk id="24" creationId="{EFAB377A-0984-0642-1464-1E98B7E1F711}"/>
          </ac:spMkLst>
        </pc:sp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2973865265" sldId="326"/>
            <ac:picMk id="3" creationId="{2BA30979-2CEF-6806-F86A-2E95713D3151}"/>
          </ac:picMkLst>
        </pc:picChg>
        <pc:picChg chg="mod">
          <ac:chgData name="VanDenDriessche, Steven M (Federal)" userId="25ef35ff-a893-4ba2-b6b5-d9e16116b1ab" providerId="ADAL" clId="{4324992F-2AD4-4AE3-B4BD-B65D6660D0D8}" dt="2024-05-16T00:17:45.308" v="336" actId="1038"/>
          <ac:picMkLst>
            <pc:docMk/>
            <pc:sldMk cId="2973865265" sldId="326"/>
            <ac:picMk id="9" creationId="{4A929085-2502-2940-2C86-9D388161888B}"/>
          </ac:picMkLst>
        </pc:picChg>
      </pc:sldChg>
      <pc:sldChg chg="addSp delSp modSp mod modAnim modNotes">
        <pc:chgData name="VanDenDriessche, Steven M (Federal)" userId="25ef35ff-a893-4ba2-b6b5-d9e16116b1ab" providerId="ADAL" clId="{4324992F-2AD4-4AE3-B4BD-B65D6660D0D8}" dt="2024-05-16T01:00:30.564" v="1034"/>
        <pc:sldMkLst>
          <pc:docMk/>
          <pc:sldMk cId="3297947518" sldId="327"/>
        </pc:sldMkLst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3297947518" sldId="327"/>
            <ac:spMk id="2" creationId="{28D16EA2-7689-8AFC-53D0-E7AF2FB69EA9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3297947518" sldId="327"/>
            <ac:spMk id="4" creationId="{C21ABF93-ECCB-62BB-7C59-4047C0DF69E8}"/>
          </ac:spMkLst>
        </pc:spChg>
        <pc:spChg chg="mod">
          <ac:chgData name="VanDenDriessche, Steven M (Federal)" userId="25ef35ff-a893-4ba2-b6b5-d9e16116b1ab" providerId="ADAL" clId="{4324992F-2AD4-4AE3-B4BD-B65D6660D0D8}" dt="2024-05-16T00:19:41.852" v="364" actId="14100"/>
          <ac:spMkLst>
            <pc:docMk/>
            <pc:sldMk cId="3297947518" sldId="327"/>
            <ac:spMk id="6" creationId="{A98D4A09-F957-D01E-10A3-1356127FF9A3}"/>
          </ac:spMkLst>
        </pc:spChg>
        <pc:spChg chg="add mod">
          <ac:chgData name="VanDenDriessche, Steven M (Federal)" userId="25ef35ff-a893-4ba2-b6b5-d9e16116b1ab" providerId="ADAL" clId="{4324992F-2AD4-4AE3-B4BD-B65D6660D0D8}" dt="2024-05-16T01:00:30.564" v="1034"/>
          <ac:spMkLst>
            <pc:docMk/>
            <pc:sldMk cId="3297947518" sldId="327"/>
            <ac:spMk id="7" creationId="{A7232A23-4647-E7F9-69C0-AEC791B11C6B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3297947518" sldId="327"/>
            <ac:spMk id="10" creationId="{7A954E77-0BC6-D82B-C6C1-17D76440D1DB}"/>
          </ac:spMkLst>
        </pc:spChg>
        <pc:spChg chg="del mod">
          <ac:chgData name="VanDenDriessche, Steven M (Federal)" userId="25ef35ff-a893-4ba2-b6b5-d9e16116b1ab" providerId="ADAL" clId="{4324992F-2AD4-4AE3-B4BD-B65D6660D0D8}" dt="2024-05-16T00:58:59.797" v="1008" actId="478"/>
          <ac:spMkLst>
            <pc:docMk/>
            <pc:sldMk cId="3297947518" sldId="327"/>
            <ac:spMk id="22" creationId="{2F1EB47D-D48D-2B51-75BC-0A30F15A26A8}"/>
          </ac:spMkLst>
        </pc:sp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3297947518" sldId="327"/>
            <ac:picMk id="3" creationId="{2BA30979-2CEF-6806-F86A-2E95713D3151}"/>
          </ac:picMkLst>
        </pc:picChg>
        <pc:picChg chg="add mod">
          <ac:chgData name="VanDenDriessche, Steven M (Federal)" userId="25ef35ff-a893-4ba2-b6b5-d9e16116b1ab" providerId="ADAL" clId="{4324992F-2AD4-4AE3-B4BD-B65D6660D0D8}" dt="2024-05-16T00:17:57.388" v="338"/>
          <ac:picMkLst>
            <pc:docMk/>
            <pc:sldMk cId="3297947518" sldId="327"/>
            <ac:picMk id="5" creationId="{F974B805-E66F-F1D2-2DE7-7184B9E0D204}"/>
          </ac:picMkLst>
        </pc:picChg>
        <pc:picChg chg="del mod">
          <ac:chgData name="VanDenDriessche, Steven M (Federal)" userId="25ef35ff-a893-4ba2-b6b5-d9e16116b1ab" providerId="ADAL" clId="{4324992F-2AD4-4AE3-B4BD-B65D6660D0D8}" dt="2024-05-16T00:17:57.038" v="337" actId="478"/>
          <ac:picMkLst>
            <pc:docMk/>
            <pc:sldMk cId="3297947518" sldId="327"/>
            <ac:picMk id="9" creationId="{4A929085-2502-2940-2C86-9D388161888B}"/>
          </ac:picMkLst>
        </pc:picChg>
        <pc:picChg chg="mod">
          <ac:chgData name="VanDenDriessche, Steven M (Federal)" userId="25ef35ff-a893-4ba2-b6b5-d9e16116b1ab" providerId="ADAL" clId="{4324992F-2AD4-4AE3-B4BD-B65D6660D0D8}" dt="2024-05-16T00:19:27.895" v="362" actId="1035"/>
          <ac:picMkLst>
            <pc:docMk/>
            <pc:sldMk cId="3297947518" sldId="327"/>
            <ac:picMk id="13" creationId="{1C940D57-6E26-D087-EE15-2878B71291AE}"/>
          </ac:picMkLst>
        </pc:picChg>
      </pc:sldChg>
      <pc:sldChg chg="addSp delSp modSp mod modAnim modNotes">
        <pc:chgData name="VanDenDriessche, Steven M (Federal)" userId="25ef35ff-a893-4ba2-b6b5-d9e16116b1ab" providerId="ADAL" clId="{4324992F-2AD4-4AE3-B4BD-B65D6660D0D8}" dt="2024-05-16T01:00:31.317" v="1035"/>
        <pc:sldMkLst>
          <pc:docMk/>
          <pc:sldMk cId="1432396557" sldId="328"/>
        </pc:sldMkLst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1432396557" sldId="328"/>
            <ac:spMk id="2" creationId="{28D16EA2-7689-8AFC-53D0-E7AF2FB69EA9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1432396557" sldId="328"/>
            <ac:spMk id="4" creationId="{F790BAE2-72FF-C9D9-168B-DB885755EE03}"/>
          </ac:spMkLst>
        </pc:spChg>
        <pc:spChg chg="mod">
          <ac:chgData name="VanDenDriessche, Steven M (Federal)" userId="25ef35ff-a893-4ba2-b6b5-d9e16116b1ab" providerId="ADAL" clId="{4324992F-2AD4-4AE3-B4BD-B65D6660D0D8}" dt="2024-05-16T00:21:13.953" v="382" actId="1035"/>
          <ac:spMkLst>
            <pc:docMk/>
            <pc:sldMk cId="1432396557" sldId="328"/>
            <ac:spMk id="6" creationId="{CDAEA116-C34F-C8F5-2533-8F44883F9564}"/>
          </ac:spMkLst>
        </pc:spChg>
        <pc:spChg chg="add mod">
          <ac:chgData name="VanDenDriessche, Steven M (Federal)" userId="25ef35ff-a893-4ba2-b6b5-d9e16116b1ab" providerId="ADAL" clId="{4324992F-2AD4-4AE3-B4BD-B65D6660D0D8}" dt="2024-05-16T01:00:31.317" v="1035"/>
          <ac:spMkLst>
            <pc:docMk/>
            <pc:sldMk cId="1432396557" sldId="328"/>
            <ac:spMk id="8" creationId="{3E48B7E1-60B6-FB65-EE52-DFCB565E0FD3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1432396557" sldId="328"/>
            <ac:spMk id="10" creationId="{2F4630C6-AD8C-4D5C-8921-5669C3C7547D}"/>
          </ac:spMkLst>
        </pc:spChg>
        <pc:spChg chg="del mod">
          <ac:chgData name="VanDenDriessche, Steven M (Federal)" userId="25ef35ff-a893-4ba2-b6b5-d9e16116b1ab" providerId="ADAL" clId="{4324992F-2AD4-4AE3-B4BD-B65D6660D0D8}" dt="2024-05-16T00:59:04.136" v="1009" actId="478"/>
          <ac:spMkLst>
            <pc:docMk/>
            <pc:sldMk cId="1432396557" sldId="328"/>
            <ac:spMk id="22" creationId="{2F1EB47D-D48D-2B51-75BC-0A30F15A26A8}"/>
          </ac:spMkLst>
        </pc:sp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1432396557" sldId="328"/>
            <ac:picMk id="3" creationId="{2BA30979-2CEF-6806-F86A-2E95713D3151}"/>
          </ac:picMkLst>
        </pc:picChg>
        <pc:picChg chg="add mod">
          <ac:chgData name="VanDenDriessche, Steven M (Federal)" userId="25ef35ff-a893-4ba2-b6b5-d9e16116b1ab" providerId="ADAL" clId="{4324992F-2AD4-4AE3-B4BD-B65D6660D0D8}" dt="2024-05-16T00:18:03.524" v="341"/>
          <ac:picMkLst>
            <pc:docMk/>
            <pc:sldMk cId="1432396557" sldId="328"/>
            <ac:picMk id="5" creationId="{A5EA4A92-8000-634F-7E66-DA123E625FFA}"/>
          </ac:picMkLst>
        </pc:picChg>
        <pc:picChg chg="add mod">
          <ac:chgData name="VanDenDriessche, Steven M (Federal)" userId="25ef35ff-a893-4ba2-b6b5-d9e16116b1ab" providerId="ADAL" clId="{4324992F-2AD4-4AE3-B4BD-B65D6660D0D8}" dt="2024-05-16T00:19:48.137" v="366"/>
          <ac:picMkLst>
            <pc:docMk/>
            <pc:sldMk cId="1432396557" sldId="328"/>
            <ac:picMk id="7" creationId="{8C221CD4-2B1C-848C-2D1D-99F2B8E54166}"/>
          </ac:picMkLst>
        </pc:picChg>
        <pc:picChg chg="del mod">
          <ac:chgData name="VanDenDriessche, Steven M (Federal)" userId="25ef35ff-a893-4ba2-b6b5-d9e16116b1ab" providerId="ADAL" clId="{4324992F-2AD4-4AE3-B4BD-B65D6660D0D8}" dt="2024-05-16T00:18:03.252" v="340" actId="478"/>
          <ac:picMkLst>
            <pc:docMk/>
            <pc:sldMk cId="1432396557" sldId="328"/>
            <ac:picMk id="9" creationId="{4A929085-2502-2940-2C86-9D388161888B}"/>
          </ac:picMkLst>
        </pc:picChg>
        <pc:picChg chg="del mod">
          <ac:chgData name="VanDenDriessche, Steven M (Federal)" userId="25ef35ff-a893-4ba2-b6b5-d9e16116b1ab" providerId="ADAL" clId="{4324992F-2AD4-4AE3-B4BD-B65D6660D0D8}" dt="2024-05-16T00:19:47.806" v="365" actId="478"/>
          <ac:picMkLst>
            <pc:docMk/>
            <pc:sldMk cId="1432396557" sldId="328"/>
            <ac:picMk id="13" creationId="{1C940D57-6E26-D087-EE15-2878B71291AE}"/>
          </ac:picMkLst>
        </pc:picChg>
        <pc:picChg chg="mod">
          <ac:chgData name="VanDenDriessche, Steven M (Federal)" userId="25ef35ff-a893-4ba2-b6b5-d9e16116b1ab" providerId="ADAL" clId="{4324992F-2AD4-4AE3-B4BD-B65D6660D0D8}" dt="2024-05-16T00:21:06.766" v="378" actId="14826"/>
          <ac:picMkLst>
            <pc:docMk/>
            <pc:sldMk cId="1432396557" sldId="328"/>
            <ac:picMk id="15" creationId="{96AA375B-3EAB-6969-DEC7-95D448A8595C}"/>
          </ac:picMkLst>
        </pc:picChg>
      </pc:sldChg>
      <pc:sldChg chg="addSp delSp modSp mod modAnim modNotes">
        <pc:chgData name="VanDenDriessche, Steven M (Federal)" userId="25ef35ff-a893-4ba2-b6b5-d9e16116b1ab" providerId="ADAL" clId="{4324992F-2AD4-4AE3-B4BD-B65D6660D0D8}" dt="2024-05-16T01:00:32.203" v="1036"/>
        <pc:sldMkLst>
          <pc:docMk/>
          <pc:sldMk cId="3641702116" sldId="329"/>
        </pc:sldMkLst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3641702116" sldId="329"/>
            <ac:spMk id="2" creationId="{28D16EA2-7689-8AFC-53D0-E7AF2FB69EA9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3641702116" sldId="329"/>
            <ac:spMk id="4" creationId="{677D36D4-C624-546A-0150-30FA2B1D8E83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3641702116" sldId="329"/>
            <ac:spMk id="6" creationId="{241C880D-F49F-E780-D671-8893E48704E0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3641702116" sldId="329"/>
            <ac:spMk id="10" creationId="{F7ED5CA0-317F-6308-C07E-0E0F24EA33A9}"/>
          </ac:spMkLst>
        </pc:spChg>
        <pc:spChg chg="add mod">
          <ac:chgData name="VanDenDriessche, Steven M (Federal)" userId="25ef35ff-a893-4ba2-b6b5-d9e16116b1ab" providerId="ADAL" clId="{4324992F-2AD4-4AE3-B4BD-B65D6660D0D8}" dt="2024-05-16T01:00:32.203" v="1036"/>
          <ac:spMkLst>
            <pc:docMk/>
            <pc:sldMk cId="3641702116" sldId="329"/>
            <ac:spMk id="11" creationId="{AA046105-C842-DEC2-2434-306A27D0263A}"/>
          </ac:spMkLst>
        </pc:spChg>
        <pc:spChg chg="del mod">
          <ac:chgData name="VanDenDriessche, Steven M (Federal)" userId="25ef35ff-a893-4ba2-b6b5-d9e16116b1ab" providerId="ADAL" clId="{4324992F-2AD4-4AE3-B4BD-B65D6660D0D8}" dt="2024-05-16T00:59:07.696" v="1010" actId="478"/>
          <ac:spMkLst>
            <pc:docMk/>
            <pc:sldMk cId="3641702116" sldId="329"/>
            <ac:spMk id="22" creationId="{2F1EB47D-D48D-2B51-75BC-0A30F15A26A8}"/>
          </ac:spMkLst>
        </pc:sp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3641702116" sldId="329"/>
            <ac:picMk id="3" creationId="{2BA30979-2CEF-6806-F86A-2E95713D3151}"/>
          </ac:picMkLst>
        </pc:picChg>
        <pc:picChg chg="add mod">
          <ac:chgData name="VanDenDriessche, Steven M (Federal)" userId="25ef35ff-a893-4ba2-b6b5-d9e16116b1ab" providerId="ADAL" clId="{4324992F-2AD4-4AE3-B4BD-B65D6660D0D8}" dt="2024-05-16T00:18:09.349" v="344"/>
          <ac:picMkLst>
            <pc:docMk/>
            <pc:sldMk cId="3641702116" sldId="329"/>
            <ac:picMk id="5" creationId="{71AEE34A-BBC2-4699-D4EC-6D57640687D4}"/>
          </ac:picMkLst>
        </pc:picChg>
        <pc:picChg chg="add mod">
          <ac:chgData name="VanDenDriessche, Steven M (Federal)" userId="25ef35ff-a893-4ba2-b6b5-d9e16116b1ab" providerId="ADAL" clId="{4324992F-2AD4-4AE3-B4BD-B65D6660D0D8}" dt="2024-05-16T00:19:54.962" v="369"/>
          <ac:picMkLst>
            <pc:docMk/>
            <pc:sldMk cId="3641702116" sldId="329"/>
            <ac:picMk id="7" creationId="{049F2BF5-A8B5-8735-926C-2420ED2EC8A9}"/>
          </ac:picMkLst>
        </pc:picChg>
        <pc:picChg chg="add mod">
          <ac:chgData name="VanDenDriessche, Steven M (Federal)" userId="25ef35ff-a893-4ba2-b6b5-d9e16116b1ab" providerId="ADAL" clId="{4324992F-2AD4-4AE3-B4BD-B65D6660D0D8}" dt="2024-05-16T00:21:26.154" v="384"/>
          <ac:picMkLst>
            <pc:docMk/>
            <pc:sldMk cId="3641702116" sldId="329"/>
            <ac:picMk id="8" creationId="{8FACB053-21C7-B239-F4AC-D712424C794E}"/>
          </ac:picMkLst>
        </pc:picChg>
        <pc:picChg chg="del mod">
          <ac:chgData name="VanDenDriessche, Steven M (Federal)" userId="25ef35ff-a893-4ba2-b6b5-d9e16116b1ab" providerId="ADAL" clId="{4324992F-2AD4-4AE3-B4BD-B65D6660D0D8}" dt="2024-05-16T00:18:09.042" v="343" actId="478"/>
          <ac:picMkLst>
            <pc:docMk/>
            <pc:sldMk cId="3641702116" sldId="329"/>
            <ac:picMk id="9" creationId="{4A929085-2502-2940-2C86-9D388161888B}"/>
          </ac:picMkLst>
        </pc:picChg>
        <pc:picChg chg="del mod">
          <ac:chgData name="VanDenDriessche, Steven M (Federal)" userId="25ef35ff-a893-4ba2-b6b5-d9e16116b1ab" providerId="ADAL" clId="{4324992F-2AD4-4AE3-B4BD-B65D6660D0D8}" dt="2024-05-16T00:19:54.582" v="368" actId="478"/>
          <ac:picMkLst>
            <pc:docMk/>
            <pc:sldMk cId="3641702116" sldId="329"/>
            <ac:picMk id="13" creationId="{1C940D57-6E26-D087-EE15-2878B71291AE}"/>
          </ac:picMkLst>
        </pc:picChg>
        <pc:picChg chg="del mod">
          <ac:chgData name="VanDenDriessche, Steven M (Federal)" userId="25ef35ff-a893-4ba2-b6b5-d9e16116b1ab" providerId="ADAL" clId="{4324992F-2AD4-4AE3-B4BD-B65D6660D0D8}" dt="2024-05-16T00:21:25.887" v="383" actId="478"/>
          <ac:picMkLst>
            <pc:docMk/>
            <pc:sldMk cId="3641702116" sldId="329"/>
            <ac:picMk id="15" creationId="{96AA375B-3EAB-6969-DEC7-95D448A8595C}"/>
          </ac:picMkLst>
        </pc:picChg>
        <pc:picChg chg="mod">
          <ac:chgData name="VanDenDriessche, Steven M (Federal)" userId="25ef35ff-a893-4ba2-b6b5-d9e16116b1ab" providerId="ADAL" clId="{4324992F-2AD4-4AE3-B4BD-B65D6660D0D8}" dt="2024-05-16T00:25:06.613" v="401" actId="1037"/>
          <ac:picMkLst>
            <pc:docMk/>
            <pc:sldMk cId="3641702116" sldId="329"/>
            <ac:picMk id="17" creationId="{B38D0471-5A02-31C8-AFD7-E8412A36CAD1}"/>
          </ac:picMkLst>
        </pc:picChg>
      </pc:sldChg>
      <pc:sldChg chg="addSp delSp modSp mod modAnim modNotes">
        <pc:chgData name="VanDenDriessche, Steven M (Federal)" userId="25ef35ff-a893-4ba2-b6b5-d9e16116b1ab" providerId="ADAL" clId="{4324992F-2AD4-4AE3-B4BD-B65D6660D0D8}" dt="2024-05-16T01:00:34.082" v="1037"/>
        <pc:sldMkLst>
          <pc:docMk/>
          <pc:sldMk cId="1066549714" sldId="330"/>
        </pc:sldMkLst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1066549714" sldId="330"/>
            <ac:spMk id="2" creationId="{28D16EA2-7689-8AFC-53D0-E7AF2FB69EA9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1066549714" sldId="330"/>
            <ac:spMk id="4" creationId="{903E881E-436A-15E1-8176-A8469A408E54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1066549714" sldId="330"/>
            <ac:spMk id="6" creationId="{104D055A-0C83-6CBF-4252-7DDB6DD8012F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1066549714" sldId="330"/>
            <ac:spMk id="10" creationId="{87AD85C9-4E24-9EB0-EA07-F4B8C4D633B4}"/>
          </ac:spMkLst>
        </pc:spChg>
        <pc:spChg chg="add mod">
          <ac:chgData name="VanDenDriessche, Steven M (Federal)" userId="25ef35ff-a893-4ba2-b6b5-d9e16116b1ab" providerId="ADAL" clId="{4324992F-2AD4-4AE3-B4BD-B65D6660D0D8}" dt="2024-05-16T01:00:34.082" v="1037"/>
          <ac:spMkLst>
            <pc:docMk/>
            <pc:sldMk cId="1066549714" sldId="330"/>
            <ac:spMk id="12" creationId="{B54E35A7-E6F8-7871-FDE0-911209DEE70D}"/>
          </ac:spMkLst>
        </pc:spChg>
        <pc:spChg chg="del mod">
          <ac:chgData name="VanDenDriessche, Steven M (Federal)" userId="25ef35ff-a893-4ba2-b6b5-d9e16116b1ab" providerId="ADAL" clId="{4324992F-2AD4-4AE3-B4BD-B65D6660D0D8}" dt="2024-05-16T00:59:11.312" v="1011" actId="478"/>
          <ac:spMkLst>
            <pc:docMk/>
            <pc:sldMk cId="1066549714" sldId="330"/>
            <ac:spMk id="22" creationId="{2F1EB47D-D48D-2B51-75BC-0A30F15A26A8}"/>
          </ac:spMkLst>
        </pc:sp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1066549714" sldId="330"/>
            <ac:picMk id="3" creationId="{2BA30979-2CEF-6806-F86A-2E95713D3151}"/>
          </ac:picMkLst>
        </pc:picChg>
        <pc:picChg chg="add mod">
          <ac:chgData name="VanDenDriessche, Steven M (Federal)" userId="25ef35ff-a893-4ba2-b6b5-d9e16116b1ab" providerId="ADAL" clId="{4324992F-2AD4-4AE3-B4BD-B65D6660D0D8}" dt="2024-05-16T00:18:14.491" v="347"/>
          <ac:picMkLst>
            <pc:docMk/>
            <pc:sldMk cId="1066549714" sldId="330"/>
            <ac:picMk id="5" creationId="{E9035CA6-16FC-3B92-F59D-7BA71C36637F}"/>
          </ac:picMkLst>
        </pc:picChg>
        <pc:picChg chg="add mod">
          <ac:chgData name="VanDenDriessche, Steven M (Federal)" userId="25ef35ff-a893-4ba2-b6b5-d9e16116b1ab" providerId="ADAL" clId="{4324992F-2AD4-4AE3-B4BD-B65D6660D0D8}" dt="2024-05-16T00:19:58.984" v="371"/>
          <ac:picMkLst>
            <pc:docMk/>
            <pc:sldMk cId="1066549714" sldId="330"/>
            <ac:picMk id="7" creationId="{DE45078B-BDE7-D0D8-508C-6F18E6AFA87B}"/>
          </ac:picMkLst>
        </pc:picChg>
        <pc:picChg chg="add mod">
          <ac:chgData name="VanDenDriessche, Steven M (Federal)" userId="25ef35ff-a893-4ba2-b6b5-d9e16116b1ab" providerId="ADAL" clId="{4324992F-2AD4-4AE3-B4BD-B65D6660D0D8}" dt="2024-05-16T00:21:34.204" v="387"/>
          <ac:picMkLst>
            <pc:docMk/>
            <pc:sldMk cId="1066549714" sldId="330"/>
            <ac:picMk id="8" creationId="{C9A7CE97-CD2E-F5EB-876F-36C095A8B3C0}"/>
          </ac:picMkLst>
        </pc:picChg>
        <pc:picChg chg="del mod">
          <ac:chgData name="VanDenDriessche, Steven M (Federal)" userId="25ef35ff-a893-4ba2-b6b5-d9e16116b1ab" providerId="ADAL" clId="{4324992F-2AD4-4AE3-B4BD-B65D6660D0D8}" dt="2024-05-16T00:18:14.189" v="346" actId="478"/>
          <ac:picMkLst>
            <pc:docMk/>
            <pc:sldMk cId="1066549714" sldId="330"/>
            <ac:picMk id="9" creationId="{4A929085-2502-2940-2C86-9D388161888B}"/>
          </ac:picMkLst>
        </pc:picChg>
        <pc:picChg chg="add mod">
          <ac:chgData name="VanDenDriessche, Steven M (Federal)" userId="25ef35ff-a893-4ba2-b6b5-d9e16116b1ab" providerId="ADAL" clId="{4324992F-2AD4-4AE3-B4BD-B65D6660D0D8}" dt="2024-05-16T00:25:15.541" v="403"/>
          <ac:picMkLst>
            <pc:docMk/>
            <pc:sldMk cId="1066549714" sldId="330"/>
            <ac:picMk id="11" creationId="{7FC9DA3A-BB03-2891-8D72-AB66E7F6FA2E}"/>
          </ac:picMkLst>
        </pc:picChg>
        <pc:picChg chg="del mod">
          <ac:chgData name="VanDenDriessche, Steven M (Federal)" userId="25ef35ff-a893-4ba2-b6b5-d9e16116b1ab" providerId="ADAL" clId="{4324992F-2AD4-4AE3-B4BD-B65D6660D0D8}" dt="2024-05-16T00:19:58.709" v="370" actId="478"/>
          <ac:picMkLst>
            <pc:docMk/>
            <pc:sldMk cId="1066549714" sldId="330"/>
            <ac:picMk id="13" creationId="{1C940D57-6E26-D087-EE15-2878B71291AE}"/>
          </ac:picMkLst>
        </pc:picChg>
        <pc:picChg chg="del mod">
          <ac:chgData name="VanDenDriessche, Steven M (Federal)" userId="25ef35ff-a893-4ba2-b6b5-d9e16116b1ab" providerId="ADAL" clId="{4324992F-2AD4-4AE3-B4BD-B65D6660D0D8}" dt="2024-05-16T00:21:34.010" v="386" actId="478"/>
          <ac:picMkLst>
            <pc:docMk/>
            <pc:sldMk cId="1066549714" sldId="330"/>
            <ac:picMk id="15" creationId="{96AA375B-3EAB-6969-DEC7-95D448A8595C}"/>
          </ac:picMkLst>
        </pc:picChg>
        <pc:picChg chg="del mod">
          <ac:chgData name="VanDenDriessche, Steven M (Federal)" userId="25ef35ff-a893-4ba2-b6b5-d9e16116b1ab" providerId="ADAL" clId="{4324992F-2AD4-4AE3-B4BD-B65D6660D0D8}" dt="2024-05-16T00:25:15.173" v="402" actId="478"/>
          <ac:picMkLst>
            <pc:docMk/>
            <pc:sldMk cId="1066549714" sldId="330"/>
            <ac:picMk id="17" creationId="{B38D0471-5A02-31C8-AFD7-E8412A36CAD1}"/>
          </ac:picMkLst>
        </pc:picChg>
        <pc:picChg chg="mod">
          <ac:chgData name="VanDenDriessche, Steven M (Federal)" userId="25ef35ff-a893-4ba2-b6b5-d9e16116b1ab" providerId="ADAL" clId="{4324992F-2AD4-4AE3-B4BD-B65D6660D0D8}" dt="2024-05-16T00:26:06.900" v="412" actId="1036"/>
          <ac:picMkLst>
            <pc:docMk/>
            <pc:sldMk cId="1066549714" sldId="330"/>
            <ac:picMk id="19" creationId="{ED4E586E-25F2-53DA-F3F6-C42370E6D7F4}"/>
          </ac:picMkLst>
        </pc:picChg>
      </pc:sldChg>
      <pc:sldChg chg="addSp delSp modSp mod modAnim modNotes">
        <pc:chgData name="VanDenDriessche, Steven M (Federal)" userId="25ef35ff-a893-4ba2-b6b5-d9e16116b1ab" providerId="ADAL" clId="{4324992F-2AD4-4AE3-B4BD-B65D6660D0D8}" dt="2024-05-16T01:00:34.866" v="1038"/>
        <pc:sldMkLst>
          <pc:docMk/>
          <pc:sldMk cId="552423055" sldId="331"/>
        </pc:sldMkLst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552423055" sldId="331"/>
            <ac:spMk id="2" creationId="{28D16EA2-7689-8AFC-53D0-E7AF2FB69EA9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552423055" sldId="331"/>
            <ac:spMk id="4" creationId="{D5C239D8-F52D-8F80-5ADA-14174968B642}"/>
          </ac:spMkLst>
        </pc:spChg>
        <pc:spChg chg="mod">
          <ac:chgData name="VanDenDriessche, Steven M (Federal)" userId="25ef35ff-a893-4ba2-b6b5-d9e16116b1ab" providerId="ADAL" clId="{4324992F-2AD4-4AE3-B4BD-B65D6660D0D8}" dt="2024-05-16T00:27:10.534" v="424" actId="14100"/>
          <ac:spMkLst>
            <pc:docMk/>
            <pc:sldMk cId="552423055" sldId="331"/>
            <ac:spMk id="6" creationId="{3A5D6DC5-5686-D8C5-98FF-3479EDBF688D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552423055" sldId="331"/>
            <ac:spMk id="10" creationId="{D6C8A960-DF79-F225-4475-35C1D6B11349}"/>
          </ac:spMkLst>
        </pc:spChg>
        <pc:spChg chg="add mod">
          <ac:chgData name="VanDenDriessche, Steven M (Federal)" userId="25ef35ff-a893-4ba2-b6b5-d9e16116b1ab" providerId="ADAL" clId="{4324992F-2AD4-4AE3-B4BD-B65D6660D0D8}" dt="2024-05-16T01:00:34.866" v="1038"/>
          <ac:spMkLst>
            <pc:docMk/>
            <pc:sldMk cId="552423055" sldId="331"/>
            <ac:spMk id="14" creationId="{358FAF86-78DE-CED2-9D9F-FE3DB971A33A}"/>
          </ac:spMkLst>
        </pc:spChg>
        <pc:spChg chg="del mod">
          <ac:chgData name="VanDenDriessche, Steven M (Federal)" userId="25ef35ff-a893-4ba2-b6b5-d9e16116b1ab" providerId="ADAL" clId="{4324992F-2AD4-4AE3-B4BD-B65D6660D0D8}" dt="2024-05-16T00:59:15.208" v="1012" actId="478"/>
          <ac:spMkLst>
            <pc:docMk/>
            <pc:sldMk cId="552423055" sldId="331"/>
            <ac:spMk id="22" creationId="{2F1EB47D-D48D-2B51-75BC-0A30F15A26A8}"/>
          </ac:spMkLst>
        </pc:sp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552423055" sldId="331"/>
            <ac:picMk id="3" creationId="{2BA30979-2CEF-6806-F86A-2E95713D3151}"/>
          </ac:picMkLst>
        </pc:picChg>
        <pc:picChg chg="add mod">
          <ac:chgData name="VanDenDriessche, Steven M (Federal)" userId="25ef35ff-a893-4ba2-b6b5-d9e16116b1ab" providerId="ADAL" clId="{4324992F-2AD4-4AE3-B4BD-B65D6660D0D8}" dt="2024-05-16T00:18:19.294" v="350"/>
          <ac:picMkLst>
            <pc:docMk/>
            <pc:sldMk cId="552423055" sldId="331"/>
            <ac:picMk id="5" creationId="{35F28E9B-D533-0F61-16EA-A551452DAF08}"/>
          </ac:picMkLst>
        </pc:picChg>
        <pc:picChg chg="add mod">
          <ac:chgData name="VanDenDriessche, Steven M (Federal)" userId="25ef35ff-a893-4ba2-b6b5-d9e16116b1ab" providerId="ADAL" clId="{4324992F-2AD4-4AE3-B4BD-B65D6660D0D8}" dt="2024-05-16T00:20:03.560" v="373"/>
          <ac:picMkLst>
            <pc:docMk/>
            <pc:sldMk cId="552423055" sldId="331"/>
            <ac:picMk id="7" creationId="{04D30FB4-1F3B-0EA5-821A-3BDC2D9B6F94}"/>
          </ac:picMkLst>
        </pc:picChg>
        <pc:picChg chg="add mod">
          <ac:chgData name="VanDenDriessche, Steven M (Federal)" userId="25ef35ff-a893-4ba2-b6b5-d9e16116b1ab" providerId="ADAL" clId="{4324992F-2AD4-4AE3-B4BD-B65D6660D0D8}" dt="2024-05-16T00:21:37.775" v="389"/>
          <ac:picMkLst>
            <pc:docMk/>
            <pc:sldMk cId="552423055" sldId="331"/>
            <ac:picMk id="8" creationId="{2A71261B-0AD0-01DC-3879-02CD133F5513}"/>
          </ac:picMkLst>
        </pc:picChg>
        <pc:picChg chg="del mod">
          <ac:chgData name="VanDenDriessche, Steven M (Federal)" userId="25ef35ff-a893-4ba2-b6b5-d9e16116b1ab" providerId="ADAL" clId="{4324992F-2AD4-4AE3-B4BD-B65D6660D0D8}" dt="2024-05-16T00:18:19.001" v="349" actId="478"/>
          <ac:picMkLst>
            <pc:docMk/>
            <pc:sldMk cId="552423055" sldId="331"/>
            <ac:picMk id="9" creationId="{4A929085-2502-2940-2C86-9D388161888B}"/>
          </ac:picMkLst>
        </pc:picChg>
        <pc:picChg chg="add mod">
          <ac:chgData name="VanDenDriessche, Steven M (Federal)" userId="25ef35ff-a893-4ba2-b6b5-d9e16116b1ab" providerId="ADAL" clId="{4324992F-2AD4-4AE3-B4BD-B65D6660D0D8}" dt="2024-05-16T00:25:23.858" v="406"/>
          <ac:picMkLst>
            <pc:docMk/>
            <pc:sldMk cId="552423055" sldId="331"/>
            <ac:picMk id="11" creationId="{0D39EB05-E10A-1F13-E109-8AA37DEA8848}"/>
          </ac:picMkLst>
        </pc:picChg>
        <pc:picChg chg="add mod">
          <ac:chgData name="VanDenDriessche, Steven M (Federal)" userId="25ef35ff-a893-4ba2-b6b5-d9e16116b1ab" providerId="ADAL" clId="{4324992F-2AD4-4AE3-B4BD-B65D6660D0D8}" dt="2024-05-16T00:26:14.410" v="414"/>
          <ac:picMkLst>
            <pc:docMk/>
            <pc:sldMk cId="552423055" sldId="331"/>
            <ac:picMk id="12" creationId="{1699DAE1-7553-2FDD-86CF-18689809AFED}"/>
          </ac:picMkLst>
        </pc:picChg>
        <pc:picChg chg="del mod">
          <ac:chgData name="VanDenDriessche, Steven M (Federal)" userId="25ef35ff-a893-4ba2-b6b5-d9e16116b1ab" providerId="ADAL" clId="{4324992F-2AD4-4AE3-B4BD-B65D6660D0D8}" dt="2024-05-16T00:20:03.298" v="372" actId="478"/>
          <ac:picMkLst>
            <pc:docMk/>
            <pc:sldMk cId="552423055" sldId="331"/>
            <ac:picMk id="13" creationId="{1C940D57-6E26-D087-EE15-2878B71291AE}"/>
          </ac:picMkLst>
        </pc:picChg>
        <pc:picChg chg="del mod">
          <ac:chgData name="VanDenDriessche, Steven M (Federal)" userId="25ef35ff-a893-4ba2-b6b5-d9e16116b1ab" providerId="ADAL" clId="{4324992F-2AD4-4AE3-B4BD-B65D6660D0D8}" dt="2024-05-16T00:21:37.535" v="388" actId="478"/>
          <ac:picMkLst>
            <pc:docMk/>
            <pc:sldMk cId="552423055" sldId="331"/>
            <ac:picMk id="15" creationId="{96AA375B-3EAB-6969-DEC7-95D448A8595C}"/>
          </ac:picMkLst>
        </pc:picChg>
        <pc:picChg chg="del mod">
          <ac:chgData name="VanDenDriessche, Steven M (Federal)" userId="25ef35ff-a893-4ba2-b6b5-d9e16116b1ab" providerId="ADAL" clId="{4324992F-2AD4-4AE3-B4BD-B65D6660D0D8}" dt="2024-05-16T00:25:23.610" v="405" actId="478"/>
          <ac:picMkLst>
            <pc:docMk/>
            <pc:sldMk cId="552423055" sldId="331"/>
            <ac:picMk id="17" creationId="{B38D0471-5A02-31C8-AFD7-E8412A36CAD1}"/>
          </ac:picMkLst>
        </pc:picChg>
        <pc:picChg chg="del mod">
          <ac:chgData name="VanDenDriessche, Steven M (Federal)" userId="25ef35ff-a893-4ba2-b6b5-d9e16116b1ab" providerId="ADAL" clId="{4324992F-2AD4-4AE3-B4BD-B65D6660D0D8}" dt="2024-05-16T00:26:14.100" v="413" actId="478"/>
          <ac:picMkLst>
            <pc:docMk/>
            <pc:sldMk cId="552423055" sldId="331"/>
            <ac:picMk id="19" creationId="{ED4E586E-25F2-53DA-F3F6-C42370E6D7F4}"/>
          </ac:picMkLst>
        </pc:picChg>
        <pc:picChg chg="mod">
          <ac:chgData name="VanDenDriessche, Steven M (Federal)" userId="25ef35ff-a893-4ba2-b6b5-d9e16116b1ab" providerId="ADAL" clId="{4324992F-2AD4-4AE3-B4BD-B65D6660D0D8}" dt="2024-05-15T20:05:11.558" v="287" actId="1037"/>
          <ac:picMkLst>
            <pc:docMk/>
            <pc:sldMk cId="552423055" sldId="331"/>
            <ac:picMk id="21" creationId="{CBB305ED-791E-BC93-1833-3437B4F92E6C}"/>
          </ac:picMkLst>
        </pc:picChg>
      </pc:sldChg>
      <pc:sldChg chg="addSp delSp modSp mod modAnim modNotes">
        <pc:chgData name="VanDenDriessche, Steven M (Federal)" userId="25ef35ff-a893-4ba2-b6b5-d9e16116b1ab" providerId="ADAL" clId="{4324992F-2AD4-4AE3-B4BD-B65D6660D0D8}" dt="2024-05-17T18:19:39.327" v="1097"/>
        <pc:sldMkLst>
          <pc:docMk/>
          <pc:sldMk cId="3985795638" sldId="332"/>
        </pc:sldMkLst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3985795638" sldId="332"/>
            <ac:spMk id="2" creationId="{28D16EA2-7689-8AFC-53D0-E7AF2FB69EA9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3985795638" sldId="332"/>
            <ac:spMk id="6" creationId="{C721E5EA-16A1-02E4-0147-277F9E070AD1}"/>
          </ac:spMkLst>
        </pc:spChg>
        <pc:spChg chg="add mod">
          <ac:chgData name="VanDenDriessche, Steven M (Federal)" userId="25ef35ff-a893-4ba2-b6b5-d9e16116b1ab" providerId="ADAL" clId="{4324992F-2AD4-4AE3-B4BD-B65D6660D0D8}" dt="2024-05-16T01:00:35.607" v="1039"/>
          <ac:spMkLst>
            <pc:docMk/>
            <pc:sldMk cId="3985795638" sldId="332"/>
            <ac:spMk id="12" creationId="{E961C72C-A5D3-3220-7E06-801E36ACAD65}"/>
          </ac:spMkLst>
        </pc:spChg>
        <pc:spChg chg="del mod">
          <ac:chgData name="VanDenDriessche, Steven M (Federal)" userId="25ef35ff-a893-4ba2-b6b5-d9e16116b1ab" providerId="ADAL" clId="{4324992F-2AD4-4AE3-B4BD-B65D6660D0D8}" dt="2024-05-16T00:59:18.620" v="1013" actId="478"/>
          <ac:spMkLst>
            <pc:docMk/>
            <pc:sldMk cId="3985795638" sldId="332"/>
            <ac:spMk id="22" creationId="{2F1EB47D-D48D-2B51-75BC-0A30F15A26A8}"/>
          </ac:spMkLst>
        </pc:spChg>
        <pc:picChg chg="add mod">
          <ac:chgData name="VanDenDriessche, Steven M (Federal)" userId="25ef35ff-a893-4ba2-b6b5-d9e16116b1ab" providerId="ADAL" clId="{4324992F-2AD4-4AE3-B4BD-B65D6660D0D8}" dt="2024-05-15T20:05:41.037" v="289"/>
          <ac:picMkLst>
            <pc:docMk/>
            <pc:sldMk cId="3985795638" sldId="332"/>
            <ac:picMk id="3" creationId="{7A17F5F2-8908-1462-A416-C755E5DA614C}"/>
          </ac:picMkLst>
        </pc:picChg>
        <pc:picChg chg="add mod">
          <ac:chgData name="VanDenDriessche, Steven M (Federal)" userId="25ef35ff-a893-4ba2-b6b5-d9e16116b1ab" providerId="ADAL" clId="{4324992F-2AD4-4AE3-B4BD-B65D6660D0D8}" dt="2024-05-16T00:18:24.168" v="352"/>
          <ac:picMkLst>
            <pc:docMk/>
            <pc:sldMk cId="3985795638" sldId="332"/>
            <ac:picMk id="4" creationId="{9D86747D-40FB-9506-20F2-9448C799145A}"/>
          </ac:picMkLst>
        </pc:picChg>
        <pc:picChg chg="add mod">
          <ac:chgData name="VanDenDriessche, Steven M (Federal)" userId="25ef35ff-a893-4ba2-b6b5-d9e16116b1ab" providerId="ADAL" clId="{4324992F-2AD4-4AE3-B4BD-B65D6660D0D8}" dt="2024-05-16T00:20:07.138" v="375"/>
          <ac:picMkLst>
            <pc:docMk/>
            <pc:sldMk cId="3985795638" sldId="332"/>
            <ac:picMk id="5" creationId="{C1C3F474-3D84-12BD-DC53-FBE506630EE6}"/>
          </ac:picMkLst>
        </pc:picChg>
        <pc:picChg chg="add mod">
          <ac:chgData name="VanDenDriessche, Steven M (Federal)" userId="25ef35ff-a893-4ba2-b6b5-d9e16116b1ab" providerId="ADAL" clId="{4324992F-2AD4-4AE3-B4BD-B65D6660D0D8}" dt="2024-05-16T00:21:40.579" v="391"/>
          <ac:picMkLst>
            <pc:docMk/>
            <pc:sldMk cId="3985795638" sldId="332"/>
            <ac:picMk id="7" creationId="{D1FB6EC0-1342-AFD0-9895-1FF8F4E407E5}"/>
          </ac:picMkLst>
        </pc:pic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3985795638" sldId="332"/>
            <ac:picMk id="8" creationId="{B646BBDD-A1A2-81C5-24F5-4D763C0128DB}"/>
          </ac:picMkLst>
        </pc:pic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3985795638" sldId="332"/>
            <ac:picMk id="9" creationId="{4A929085-2502-2940-2C86-9D388161888B}"/>
          </ac:picMkLst>
        </pc:picChg>
        <pc:picChg chg="add mod">
          <ac:chgData name="VanDenDriessche, Steven M (Federal)" userId="25ef35ff-a893-4ba2-b6b5-d9e16116b1ab" providerId="ADAL" clId="{4324992F-2AD4-4AE3-B4BD-B65D6660D0D8}" dt="2024-05-16T00:25:27.174" v="408"/>
          <ac:picMkLst>
            <pc:docMk/>
            <pc:sldMk cId="3985795638" sldId="332"/>
            <ac:picMk id="10" creationId="{EF5F2E58-C8F6-A246-5DCD-D134AC334202}"/>
          </ac:picMkLst>
        </pc:picChg>
        <pc:picChg chg="add mod">
          <ac:chgData name="VanDenDriessche, Steven M (Federal)" userId="25ef35ff-a893-4ba2-b6b5-d9e16116b1ab" providerId="ADAL" clId="{4324992F-2AD4-4AE3-B4BD-B65D6660D0D8}" dt="2024-05-16T00:26:19.428" v="417"/>
          <ac:picMkLst>
            <pc:docMk/>
            <pc:sldMk cId="3985795638" sldId="332"/>
            <ac:picMk id="11" creationId="{62F22BF7-7ACB-5F57-3958-0D638C68F03D}"/>
          </ac:picMkLst>
        </pc:picChg>
        <pc:picChg chg="del mod">
          <ac:chgData name="VanDenDriessche, Steven M (Federal)" userId="25ef35ff-a893-4ba2-b6b5-d9e16116b1ab" providerId="ADAL" clId="{4324992F-2AD4-4AE3-B4BD-B65D6660D0D8}" dt="2024-05-16T00:20:06.870" v="374" actId="478"/>
          <ac:picMkLst>
            <pc:docMk/>
            <pc:sldMk cId="3985795638" sldId="332"/>
            <ac:picMk id="13" creationId="{1C940D57-6E26-D087-EE15-2878B71291AE}"/>
          </ac:picMkLst>
        </pc:picChg>
        <pc:picChg chg="del mod">
          <ac:chgData name="VanDenDriessche, Steven M (Federal)" userId="25ef35ff-a893-4ba2-b6b5-d9e16116b1ab" providerId="ADAL" clId="{4324992F-2AD4-4AE3-B4BD-B65D6660D0D8}" dt="2024-05-16T00:21:40.348" v="390" actId="478"/>
          <ac:picMkLst>
            <pc:docMk/>
            <pc:sldMk cId="3985795638" sldId="332"/>
            <ac:picMk id="15" creationId="{96AA375B-3EAB-6969-DEC7-95D448A8595C}"/>
          </ac:picMkLst>
        </pc:picChg>
        <pc:picChg chg="del mod">
          <ac:chgData name="VanDenDriessche, Steven M (Federal)" userId="25ef35ff-a893-4ba2-b6b5-d9e16116b1ab" providerId="ADAL" clId="{4324992F-2AD4-4AE3-B4BD-B65D6660D0D8}" dt="2024-05-16T00:25:26.922" v="407" actId="478"/>
          <ac:picMkLst>
            <pc:docMk/>
            <pc:sldMk cId="3985795638" sldId="332"/>
            <ac:picMk id="17" creationId="{B38D0471-5A02-31C8-AFD7-E8412A36CAD1}"/>
          </ac:picMkLst>
        </pc:picChg>
        <pc:picChg chg="del mod">
          <ac:chgData name="VanDenDriessche, Steven M (Federal)" userId="25ef35ff-a893-4ba2-b6b5-d9e16116b1ab" providerId="ADAL" clId="{4324992F-2AD4-4AE3-B4BD-B65D6660D0D8}" dt="2024-05-16T00:26:19.162" v="416" actId="478"/>
          <ac:picMkLst>
            <pc:docMk/>
            <pc:sldMk cId="3985795638" sldId="332"/>
            <ac:picMk id="19" creationId="{ED4E586E-25F2-53DA-F3F6-C42370E6D7F4}"/>
          </ac:picMkLst>
        </pc:picChg>
        <pc:picChg chg="del mod">
          <ac:chgData name="VanDenDriessche, Steven M (Federal)" userId="25ef35ff-a893-4ba2-b6b5-d9e16116b1ab" providerId="ADAL" clId="{4324992F-2AD4-4AE3-B4BD-B65D6660D0D8}" dt="2024-05-15T20:05:40.630" v="288" actId="478"/>
          <ac:picMkLst>
            <pc:docMk/>
            <pc:sldMk cId="3985795638" sldId="332"/>
            <ac:picMk id="21" creationId="{CBB305ED-791E-BC93-1833-3437B4F92E6C}"/>
          </ac:picMkLst>
        </pc:picChg>
      </pc:sldChg>
      <pc:sldChg chg="addSp delSp modSp mod modNotes">
        <pc:chgData name="VanDenDriessche, Steven M (Federal)" userId="25ef35ff-a893-4ba2-b6b5-d9e16116b1ab" providerId="ADAL" clId="{4324992F-2AD4-4AE3-B4BD-B65D6660D0D8}" dt="2024-05-16T01:00:27.423" v="1031"/>
        <pc:sldMkLst>
          <pc:docMk/>
          <pc:sldMk cId="1914373307" sldId="333"/>
        </pc:sldMkLst>
        <pc:spChg chg="add mod">
          <ac:chgData name="VanDenDriessche, Steven M (Federal)" userId="25ef35ff-a893-4ba2-b6b5-d9e16116b1ab" providerId="ADAL" clId="{4324992F-2AD4-4AE3-B4BD-B65D6660D0D8}" dt="2024-05-16T01:00:27.423" v="1031"/>
          <ac:spMkLst>
            <pc:docMk/>
            <pc:sldMk cId="1914373307" sldId="333"/>
            <ac:spMk id="2" creationId="{94A16C8D-3F39-8689-FE78-AC4292E60AEA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1914373307" sldId="333"/>
            <ac:spMk id="7" creationId="{AE2C47A7-85A9-8F2B-78C6-BDC613C25CD8}"/>
          </ac:spMkLst>
        </pc:spChg>
        <pc:spChg chg="del mod">
          <ac:chgData name="VanDenDriessche, Steven M (Federal)" userId="25ef35ff-a893-4ba2-b6b5-d9e16116b1ab" providerId="ADAL" clId="{4324992F-2AD4-4AE3-B4BD-B65D6660D0D8}" dt="2024-05-16T00:58:50.671" v="1005" actId="478"/>
          <ac:spMkLst>
            <pc:docMk/>
            <pc:sldMk cId="1914373307" sldId="333"/>
            <ac:spMk id="18" creationId="{046F0D48-656A-379B-C32C-BFC152A5DF76}"/>
          </ac:spMkLst>
        </pc:sp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1914373307" sldId="333"/>
            <ac:picMk id="9" creationId="{3B150A3A-82CE-B669-C29D-0AFF93F24AD8}"/>
          </ac:picMkLst>
        </pc:picChg>
      </pc:sldChg>
      <pc:sldChg chg="addSp delSp modSp mod modAnim modNotes">
        <pc:chgData name="VanDenDriessche, Steven M (Federal)" userId="25ef35ff-a893-4ba2-b6b5-d9e16116b1ab" providerId="ADAL" clId="{4324992F-2AD4-4AE3-B4BD-B65D6660D0D8}" dt="2024-05-17T18:19:42.360" v="1098"/>
        <pc:sldMkLst>
          <pc:docMk/>
          <pc:sldMk cId="1505331889" sldId="335"/>
        </pc:sldMkLst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1505331889" sldId="335"/>
            <ac:spMk id="2" creationId="{28D16EA2-7689-8AFC-53D0-E7AF2FB69EA9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1505331889" sldId="335"/>
            <ac:spMk id="7" creationId="{606A0820-2203-643B-A03E-ED239C91261D}"/>
          </ac:spMkLst>
        </pc:spChg>
        <pc:spChg chg="add mod">
          <ac:chgData name="VanDenDriessche, Steven M (Federal)" userId="25ef35ff-a893-4ba2-b6b5-d9e16116b1ab" providerId="ADAL" clId="{4324992F-2AD4-4AE3-B4BD-B65D6660D0D8}" dt="2024-05-16T01:00:36.455" v="1040"/>
          <ac:spMkLst>
            <pc:docMk/>
            <pc:sldMk cId="1505331889" sldId="335"/>
            <ac:spMk id="14" creationId="{02D814EC-33D0-C5F6-6FFC-21F9F362DAE7}"/>
          </ac:spMkLst>
        </pc:spChg>
        <pc:spChg chg="del mod">
          <ac:chgData name="VanDenDriessche, Steven M (Federal)" userId="25ef35ff-a893-4ba2-b6b5-d9e16116b1ab" providerId="ADAL" clId="{4324992F-2AD4-4AE3-B4BD-B65D6660D0D8}" dt="2024-05-16T00:59:21.645" v="1014" actId="478"/>
          <ac:spMkLst>
            <pc:docMk/>
            <pc:sldMk cId="1505331889" sldId="335"/>
            <ac:spMk id="22" creationId="{2F1EB47D-D48D-2B51-75BC-0A30F15A26A8}"/>
          </ac:spMkLst>
        </pc:spChg>
        <pc:picChg chg="add mod">
          <ac:chgData name="VanDenDriessche, Steven M (Federal)" userId="25ef35ff-a893-4ba2-b6b5-d9e16116b1ab" providerId="ADAL" clId="{4324992F-2AD4-4AE3-B4BD-B65D6660D0D8}" dt="2024-05-15T20:05:50.949" v="291"/>
          <ac:picMkLst>
            <pc:docMk/>
            <pc:sldMk cId="1505331889" sldId="335"/>
            <ac:picMk id="3" creationId="{E3A2F018-058A-E84A-A705-1AAD50B4DDC6}"/>
          </ac:picMkLst>
        </pc:pic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1505331889" sldId="335"/>
            <ac:picMk id="4" creationId="{E1E1FBDD-CE91-D8CD-A934-A3E721DFB0A3}"/>
          </ac:picMkLst>
        </pc:picChg>
        <pc:picChg chg="add mod">
          <ac:chgData name="VanDenDriessche, Steven M (Federal)" userId="25ef35ff-a893-4ba2-b6b5-d9e16116b1ab" providerId="ADAL" clId="{4324992F-2AD4-4AE3-B4BD-B65D6660D0D8}" dt="2024-05-16T00:18:30.594" v="355"/>
          <ac:picMkLst>
            <pc:docMk/>
            <pc:sldMk cId="1505331889" sldId="335"/>
            <ac:picMk id="5" creationId="{08C8997B-D44B-0E7B-8A02-BC5DB556129A}"/>
          </ac:picMkLst>
        </pc:picChg>
        <pc:picChg chg="add mod">
          <ac:chgData name="VanDenDriessche, Steven M (Federal)" userId="25ef35ff-a893-4ba2-b6b5-d9e16116b1ab" providerId="ADAL" clId="{4324992F-2AD4-4AE3-B4BD-B65D6660D0D8}" dt="2024-05-16T00:20:10.306" v="377"/>
          <ac:picMkLst>
            <pc:docMk/>
            <pc:sldMk cId="1505331889" sldId="335"/>
            <ac:picMk id="6" creationId="{893C55AF-DBBA-0F88-68D2-E23A8A0075DF}"/>
          </ac:picMkLst>
        </pc:picChg>
        <pc:picChg chg="add mod">
          <ac:chgData name="VanDenDriessche, Steven M (Federal)" userId="25ef35ff-a893-4ba2-b6b5-d9e16116b1ab" providerId="ADAL" clId="{4324992F-2AD4-4AE3-B4BD-B65D6660D0D8}" dt="2024-05-16T00:21:44.129" v="393"/>
          <ac:picMkLst>
            <pc:docMk/>
            <pc:sldMk cId="1505331889" sldId="335"/>
            <ac:picMk id="8" creationId="{55AFF3CC-807E-3384-16EF-746E2785A86D}"/>
          </ac:picMkLst>
        </pc:picChg>
        <pc:picChg chg="del mod">
          <ac:chgData name="VanDenDriessche, Steven M (Federal)" userId="25ef35ff-a893-4ba2-b6b5-d9e16116b1ab" providerId="ADAL" clId="{4324992F-2AD4-4AE3-B4BD-B65D6660D0D8}" dt="2024-05-16T00:18:30.279" v="354" actId="478"/>
          <ac:picMkLst>
            <pc:docMk/>
            <pc:sldMk cId="1505331889" sldId="335"/>
            <ac:picMk id="9" creationId="{4A929085-2502-2940-2C86-9D388161888B}"/>
          </ac:picMkLst>
        </pc:picChg>
        <pc:picChg chg="add mod">
          <ac:chgData name="VanDenDriessche, Steven M (Federal)" userId="25ef35ff-a893-4ba2-b6b5-d9e16116b1ab" providerId="ADAL" clId="{4324992F-2AD4-4AE3-B4BD-B65D6660D0D8}" dt="2024-05-16T00:25:30.251" v="410"/>
          <ac:picMkLst>
            <pc:docMk/>
            <pc:sldMk cId="1505331889" sldId="335"/>
            <ac:picMk id="10" creationId="{E25AF012-1520-D8CB-8819-6010D6EBCEA1}"/>
          </ac:picMkLst>
        </pc:picChg>
        <pc:picChg chg="add del mod">
          <ac:chgData name="VanDenDriessche, Steven M (Federal)" userId="25ef35ff-a893-4ba2-b6b5-d9e16116b1ab" providerId="ADAL" clId="{4324992F-2AD4-4AE3-B4BD-B65D6660D0D8}" dt="2024-05-16T00:26:27.700" v="420"/>
          <ac:picMkLst>
            <pc:docMk/>
            <pc:sldMk cId="1505331889" sldId="335"/>
            <ac:picMk id="11" creationId="{3F3DB33C-CFB3-F061-3DE1-1559E15C2BF3}"/>
          </ac:picMkLst>
        </pc:picChg>
        <pc:picChg chg="add mod">
          <ac:chgData name="VanDenDriessche, Steven M (Federal)" userId="25ef35ff-a893-4ba2-b6b5-d9e16116b1ab" providerId="ADAL" clId="{4324992F-2AD4-4AE3-B4BD-B65D6660D0D8}" dt="2024-05-16T00:26:30.711" v="422"/>
          <ac:picMkLst>
            <pc:docMk/>
            <pc:sldMk cId="1505331889" sldId="335"/>
            <ac:picMk id="12" creationId="{4422C802-FADA-CF61-7E9A-60B5A71C73F6}"/>
          </ac:picMkLst>
        </pc:picChg>
        <pc:picChg chg="del mod">
          <ac:chgData name="VanDenDriessche, Steven M (Federal)" userId="25ef35ff-a893-4ba2-b6b5-d9e16116b1ab" providerId="ADAL" clId="{4324992F-2AD4-4AE3-B4BD-B65D6660D0D8}" dt="2024-05-16T00:20:10.070" v="376" actId="478"/>
          <ac:picMkLst>
            <pc:docMk/>
            <pc:sldMk cId="1505331889" sldId="335"/>
            <ac:picMk id="13" creationId="{1C940D57-6E26-D087-EE15-2878B71291AE}"/>
          </ac:picMkLst>
        </pc:picChg>
        <pc:picChg chg="del mod">
          <ac:chgData name="VanDenDriessche, Steven M (Federal)" userId="25ef35ff-a893-4ba2-b6b5-d9e16116b1ab" providerId="ADAL" clId="{4324992F-2AD4-4AE3-B4BD-B65D6660D0D8}" dt="2024-05-16T00:21:43.815" v="392" actId="478"/>
          <ac:picMkLst>
            <pc:docMk/>
            <pc:sldMk cId="1505331889" sldId="335"/>
            <ac:picMk id="15" creationId="{96AA375B-3EAB-6969-DEC7-95D448A8595C}"/>
          </ac:picMkLst>
        </pc:picChg>
        <pc:picChg chg="del mod">
          <ac:chgData name="VanDenDriessche, Steven M (Federal)" userId="25ef35ff-a893-4ba2-b6b5-d9e16116b1ab" providerId="ADAL" clId="{4324992F-2AD4-4AE3-B4BD-B65D6660D0D8}" dt="2024-05-16T00:25:29.961" v="409" actId="478"/>
          <ac:picMkLst>
            <pc:docMk/>
            <pc:sldMk cId="1505331889" sldId="335"/>
            <ac:picMk id="17" creationId="{B38D0471-5A02-31C8-AFD7-E8412A36CAD1}"/>
          </ac:picMkLst>
        </pc:picChg>
        <pc:picChg chg="del mod">
          <ac:chgData name="VanDenDriessche, Steven M (Federal)" userId="25ef35ff-a893-4ba2-b6b5-d9e16116b1ab" providerId="ADAL" clId="{4324992F-2AD4-4AE3-B4BD-B65D6660D0D8}" dt="2024-05-16T00:26:30.137" v="421" actId="478"/>
          <ac:picMkLst>
            <pc:docMk/>
            <pc:sldMk cId="1505331889" sldId="335"/>
            <ac:picMk id="19" creationId="{ED4E586E-25F2-53DA-F3F6-C42370E6D7F4}"/>
          </ac:picMkLst>
        </pc:picChg>
        <pc:picChg chg="del mod">
          <ac:chgData name="VanDenDriessche, Steven M (Federal)" userId="25ef35ff-a893-4ba2-b6b5-d9e16116b1ab" providerId="ADAL" clId="{4324992F-2AD4-4AE3-B4BD-B65D6660D0D8}" dt="2024-05-15T20:05:50.523" v="290" actId="478"/>
          <ac:picMkLst>
            <pc:docMk/>
            <pc:sldMk cId="1505331889" sldId="335"/>
            <ac:picMk id="21" creationId="{CBB305ED-791E-BC93-1833-3437B4F92E6C}"/>
          </ac:picMkLst>
        </pc:picChg>
      </pc:sldChg>
      <pc:sldChg chg="addSp delSp modSp mod modNotes">
        <pc:chgData name="VanDenDriessche, Steven M (Federal)" userId="25ef35ff-a893-4ba2-b6b5-d9e16116b1ab" providerId="ADAL" clId="{4324992F-2AD4-4AE3-B4BD-B65D6660D0D8}" dt="2024-05-16T01:00:38.285" v="1041"/>
        <pc:sldMkLst>
          <pc:docMk/>
          <pc:sldMk cId="374091796" sldId="336"/>
        </pc:sldMkLst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374091796" sldId="336"/>
            <ac:spMk id="2" creationId="{28D16EA2-7689-8AFC-53D0-E7AF2FB69EA9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374091796" sldId="336"/>
            <ac:spMk id="3" creationId="{CBF5723A-F7F9-4329-0731-37E4D6E1FD55}"/>
          </ac:spMkLst>
        </pc:spChg>
        <pc:spChg chg="add mod">
          <ac:chgData name="VanDenDriessche, Steven M (Federal)" userId="25ef35ff-a893-4ba2-b6b5-d9e16116b1ab" providerId="ADAL" clId="{4324992F-2AD4-4AE3-B4BD-B65D6660D0D8}" dt="2024-05-16T01:00:38.285" v="1041"/>
          <ac:spMkLst>
            <pc:docMk/>
            <pc:sldMk cId="374091796" sldId="336"/>
            <ac:spMk id="4" creationId="{422FA3C1-7E6A-22B9-2597-FE62AD971F9B}"/>
          </ac:spMkLst>
        </pc:spChg>
        <pc:spChg chg="del mod">
          <ac:chgData name="VanDenDriessche, Steven M (Federal)" userId="25ef35ff-a893-4ba2-b6b5-d9e16116b1ab" providerId="ADAL" clId="{4324992F-2AD4-4AE3-B4BD-B65D6660D0D8}" dt="2024-05-16T00:59:24.908" v="1015" actId="478"/>
          <ac:spMkLst>
            <pc:docMk/>
            <pc:sldMk cId="374091796" sldId="336"/>
            <ac:spMk id="22" creationId="{2F1EB47D-D48D-2B51-75BC-0A30F15A26A8}"/>
          </ac:spMkLst>
        </pc:sp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374091796" sldId="336"/>
            <ac:picMk id="6" creationId="{E73863E2-DAF8-43BE-9DC9-62BCB47A3E9F}"/>
          </ac:picMkLst>
        </pc:pic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374091796" sldId="336"/>
            <ac:picMk id="8" creationId="{F3558BDF-2C4A-332D-1CDC-C6B0F5DA390E}"/>
          </ac:picMkLst>
        </pc:picChg>
      </pc:sldChg>
      <pc:sldChg chg="addSp delSp modSp mod modNotes">
        <pc:chgData name="VanDenDriessche, Steven M (Federal)" userId="25ef35ff-a893-4ba2-b6b5-d9e16116b1ab" providerId="ADAL" clId="{4324992F-2AD4-4AE3-B4BD-B65D6660D0D8}" dt="2024-05-16T01:00:39.353" v="1042"/>
        <pc:sldMkLst>
          <pc:docMk/>
          <pc:sldMk cId="3002987849" sldId="337"/>
        </pc:sldMkLst>
        <pc:spChg chg="add mod">
          <ac:chgData name="VanDenDriessche, Steven M (Federal)" userId="25ef35ff-a893-4ba2-b6b5-d9e16116b1ab" providerId="ADAL" clId="{4324992F-2AD4-4AE3-B4BD-B65D6660D0D8}" dt="2024-05-16T01:00:39.353" v="1042"/>
          <ac:spMkLst>
            <pc:docMk/>
            <pc:sldMk cId="3002987849" sldId="337"/>
            <ac:spMk id="2" creationId="{9AF9A578-C2C7-504D-46DA-F3865DADAF97}"/>
          </ac:spMkLst>
        </pc:spChg>
        <pc:spChg chg="del mod">
          <ac:chgData name="VanDenDriessche, Steven M (Federal)" userId="25ef35ff-a893-4ba2-b6b5-d9e16116b1ab" providerId="ADAL" clId="{4324992F-2AD4-4AE3-B4BD-B65D6660D0D8}" dt="2024-05-16T00:59:29.123" v="1016" actId="478"/>
          <ac:spMkLst>
            <pc:docMk/>
            <pc:sldMk cId="3002987849" sldId="337"/>
            <ac:spMk id="6" creationId="{23F289B9-3BF6-D200-E0CA-530CA764A2D8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3002987849" sldId="337"/>
            <ac:spMk id="7" creationId="{17455BF7-24AF-3A4D-9A70-EFEB2AE00D53}"/>
          </ac:spMkLst>
        </pc:sp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3002987849" sldId="337"/>
            <ac:picMk id="3" creationId="{2BA30979-2CEF-6806-F86A-2E95713D3151}"/>
          </ac:picMkLst>
        </pc:picChg>
        <pc:cxnChg chg="mod">
          <ac:chgData name="VanDenDriessche, Steven M (Federal)" userId="25ef35ff-a893-4ba2-b6b5-d9e16116b1ab" providerId="ADAL" clId="{4324992F-2AD4-4AE3-B4BD-B65D6660D0D8}" dt="2024-05-09T14:28:23.576" v="37"/>
          <ac:cxnSpMkLst>
            <pc:docMk/>
            <pc:sldMk cId="3002987849" sldId="337"/>
            <ac:cxnSpMk id="8" creationId="{4928872C-C853-06B4-612A-FD1F7ED50FAA}"/>
          </ac:cxnSpMkLst>
        </pc:cxnChg>
        <pc:cxnChg chg="mod">
          <ac:chgData name="VanDenDriessche, Steven M (Federal)" userId="25ef35ff-a893-4ba2-b6b5-d9e16116b1ab" providerId="ADAL" clId="{4324992F-2AD4-4AE3-B4BD-B65D6660D0D8}" dt="2024-05-09T14:28:23.576" v="37"/>
          <ac:cxnSpMkLst>
            <pc:docMk/>
            <pc:sldMk cId="3002987849" sldId="337"/>
            <ac:cxnSpMk id="9" creationId="{9530818B-8AAD-8027-E64F-FAC213960307}"/>
          </ac:cxnSpMkLst>
        </pc:cxnChg>
        <pc:cxnChg chg="mod">
          <ac:chgData name="VanDenDriessche, Steven M (Federal)" userId="25ef35ff-a893-4ba2-b6b5-d9e16116b1ab" providerId="ADAL" clId="{4324992F-2AD4-4AE3-B4BD-B65D6660D0D8}" dt="2024-05-09T14:28:23.576" v="37"/>
          <ac:cxnSpMkLst>
            <pc:docMk/>
            <pc:sldMk cId="3002987849" sldId="337"/>
            <ac:cxnSpMk id="12" creationId="{EF16DE48-489D-0A72-7A39-D50BFF1A3915}"/>
          </ac:cxnSpMkLst>
        </pc:cxnChg>
        <pc:cxnChg chg="mod">
          <ac:chgData name="VanDenDriessche, Steven M (Federal)" userId="25ef35ff-a893-4ba2-b6b5-d9e16116b1ab" providerId="ADAL" clId="{4324992F-2AD4-4AE3-B4BD-B65D6660D0D8}" dt="2024-05-09T14:28:23.576" v="37"/>
          <ac:cxnSpMkLst>
            <pc:docMk/>
            <pc:sldMk cId="3002987849" sldId="337"/>
            <ac:cxnSpMk id="15" creationId="{98B00B4E-6207-3058-81B6-CC2080F122E1}"/>
          </ac:cxnSpMkLst>
        </pc:cxnChg>
        <pc:cxnChg chg="mod">
          <ac:chgData name="VanDenDriessche, Steven M (Federal)" userId="25ef35ff-a893-4ba2-b6b5-d9e16116b1ab" providerId="ADAL" clId="{4324992F-2AD4-4AE3-B4BD-B65D6660D0D8}" dt="2024-05-09T14:28:23.576" v="37"/>
          <ac:cxnSpMkLst>
            <pc:docMk/>
            <pc:sldMk cId="3002987849" sldId="337"/>
            <ac:cxnSpMk id="18" creationId="{DB953D22-D5A6-F18B-2C40-BD6BC6FFD327}"/>
          </ac:cxnSpMkLst>
        </pc:cxnChg>
        <pc:cxnChg chg="mod">
          <ac:chgData name="VanDenDriessche, Steven M (Federal)" userId="25ef35ff-a893-4ba2-b6b5-d9e16116b1ab" providerId="ADAL" clId="{4324992F-2AD4-4AE3-B4BD-B65D6660D0D8}" dt="2024-05-09T14:28:23.576" v="37"/>
          <ac:cxnSpMkLst>
            <pc:docMk/>
            <pc:sldMk cId="3002987849" sldId="337"/>
            <ac:cxnSpMk id="22" creationId="{673E5DFA-49FD-E63A-7FE3-1FDCC8B27D50}"/>
          </ac:cxnSpMkLst>
        </pc:cxnChg>
        <pc:cxnChg chg="mod">
          <ac:chgData name="VanDenDriessche, Steven M (Federal)" userId="25ef35ff-a893-4ba2-b6b5-d9e16116b1ab" providerId="ADAL" clId="{4324992F-2AD4-4AE3-B4BD-B65D6660D0D8}" dt="2024-05-09T14:28:23.576" v="37"/>
          <ac:cxnSpMkLst>
            <pc:docMk/>
            <pc:sldMk cId="3002987849" sldId="337"/>
            <ac:cxnSpMk id="26" creationId="{DE1CBA5A-8364-D5BE-BDCF-DD022342ED47}"/>
          </ac:cxnSpMkLst>
        </pc:cxnChg>
        <pc:cxnChg chg="mod">
          <ac:chgData name="VanDenDriessche, Steven M (Federal)" userId="25ef35ff-a893-4ba2-b6b5-d9e16116b1ab" providerId="ADAL" clId="{4324992F-2AD4-4AE3-B4BD-B65D6660D0D8}" dt="2024-05-09T14:28:23.576" v="37"/>
          <ac:cxnSpMkLst>
            <pc:docMk/>
            <pc:sldMk cId="3002987849" sldId="337"/>
            <ac:cxnSpMk id="29" creationId="{A379BC7B-B03E-0DCC-4968-6762244C8514}"/>
          </ac:cxnSpMkLst>
        </pc:cxnChg>
        <pc:cxnChg chg="mod">
          <ac:chgData name="VanDenDriessche, Steven M (Federal)" userId="25ef35ff-a893-4ba2-b6b5-d9e16116b1ab" providerId="ADAL" clId="{4324992F-2AD4-4AE3-B4BD-B65D6660D0D8}" dt="2024-05-09T14:28:23.576" v="37"/>
          <ac:cxnSpMkLst>
            <pc:docMk/>
            <pc:sldMk cId="3002987849" sldId="337"/>
            <ac:cxnSpMk id="32" creationId="{2FDF3453-3CF8-A2A9-4AC7-6A0F17FF9CFB}"/>
          </ac:cxnSpMkLst>
        </pc:cxnChg>
        <pc:cxnChg chg="mod">
          <ac:chgData name="VanDenDriessche, Steven M (Federal)" userId="25ef35ff-a893-4ba2-b6b5-d9e16116b1ab" providerId="ADAL" clId="{4324992F-2AD4-4AE3-B4BD-B65D6660D0D8}" dt="2024-05-09T14:28:23.576" v="37"/>
          <ac:cxnSpMkLst>
            <pc:docMk/>
            <pc:sldMk cId="3002987849" sldId="337"/>
            <ac:cxnSpMk id="35" creationId="{C4B7168B-AF3F-61DB-4A9A-49A775B1CD70}"/>
          </ac:cxnSpMkLst>
        </pc:cxnChg>
        <pc:cxnChg chg="mod">
          <ac:chgData name="VanDenDriessche, Steven M (Federal)" userId="25ef35ff-a893-4ba2-b6b5-d9e16116b1ab" providerId="ADAL" clId="{4324992F-2AD4-4AE3-B4BD-B65D6660D0D8}" dt="2024-05-09T14:28:23.576" v="37"/>
          <ac:cxnSpMkLst>
            <pc:docMk/>
            <pc:sldMk cId="3002987849" sldId="337"/>
            <ac:cxnSpMk id="38" creationId="{CEA6EF93-C46D-CDF4-77F3-4D82C9B583BE}"/>
          </ac:cxnSpMkLst>
        </pc:cxnChg>
        <pc:cxnChg chg="mod">
          <ac:chgData name="VanDenDriessche, Steven M (Federal)" userId="25ef35ff-a893-4ba2-b6b5-d9e16116b1ab" providerId="ADAL" clId="{4324992F-2AD4-4AE3-B4BD-B65D6660D0D8}" dt="2024-05-09T14:28:23.576" v="37"/>
          <ac:cxnSpMkLst>
            <pc:docMk/>
            <pc:sldMk cId="3002987849" sldId="337"/>
            <ac:cxnSpMk id="44" creationId="{517F92EE-680E-A6EB-B7B0-9FC3DF99B7CA}"/>
          </ac:cxnSpMkLst>
        </pc:cxnChg>
        <pc:cxnChg chg="mod">
          <ac:chgData name="VanDenDriessche, Steven M (Federal)" userId="25ef35ff-a893-4ba2-b6b5-d9e16116b1ab" providerId="ADAL" clId="{4324992F-2AD4-4AE3-B4BD-B65D6660D0D8}" dt="2024-05-09T14:28:23.576" v="37"/>
          <ac:cxnSpMkLst>
            <pc:docMk/>
            <pc:sldMk cId="3002987849" sldId="337"/>
            <ac:cxnSpMk id="47" creationId="{2EF18282-B987-97D0-95AF-B94A2BA6591E}"/>
          </ac:cxnSpMkLst>
        </pc:cxnChg>
      </pc:sldChg>
      <pc:sldChg chg="addSp delSp modSp mod modNotes">
        <pc:chgData name="VanDenDriessche, Steven M (Federal)" userId="25ef35ff-a893-4ba2-b6b5-d9e16116b1ab" providerId="ADAL" clId="{4324992F-2AD4-4AE3-B4BD-B65D6660D0D8}" dt="2024-05-16T01:00:40.254" v="1043"/>
        <pc:sldMkLst>
          <pc:docMk/>
          <pc:sldMk cId="3814575331" sldId="338"/>
        </pc:sldMkLst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3814575331" sldId="338"/>
            <ac:spMk id="2" creationId="{3B947D65-44F6-96D5-D326-E599BBD16FC1}"/>
          </ac:spMkLst>
        </pc:spChg>
        <pc:spChg chg="add mod">
          <ac:chgData name="VanDenDriessche, Steven M (Federal)" userId="25ef35ff-a893-4ba2-b6b5-d9e16116b1ab" providerId="ADAL" clId="{4324992F-2AD4-4AE3-B4BD-B65D6660D0D8}" dt="2024-05-16T01:00:40.254" v="1043"/>
          <ac:spMkLst>
            <pc:docMk/>
            <pc:sldMk cId="3814575331" sldId="338"/>
            <ac:spMk id="3" creationId="{3E51BBC7-A45F-9E72-05EF-8CB54B758B35}"/>
          </ac:spMkLst>
        </pc:spChg>
        <pc:spChg chg="del mod">
          <ac:chgData name="VanDenDriessche, Steven M (Federal)" userId="25ef35ff-a893-4ba2-b6b5-d9e16116b1ab" providerId="ADAL" clId="{4324992F-2AD4-4AE3-B4BD-B65D6660D0D8}" dt="2024-05-16T00:59:32.050" v="1017" actId="478"/>
          <ac:spMkLst>
            <pc:docMk/>
            <pc:sldMk cId="3814575331" sldId="338"/>
            <ac:spMk id="6" creationId="{23F289B9-3BF6-D200-E0CA-530CA764A2D8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3814575331" sldId="338"/>
            <ac:spMk id="8" creationId="{ABEBDF13-11C7-7B66-4FA2-608BF0707446}"/>
          </ac:spMkLst>
        </pc:sp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3814575331" sldId="338"/>
            <ac:picMk id="7" creationId="{3E3063CE-0596-E2CC-E7FD-9B8F2E24ED09}"/>
          </ac:picMkLst>
        </pc:pic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3814575331" sldId="338"/>
            <ac:picMk id="9" creationId="{A2A6BDAA-AC3C-D97F-9716-7DC8D3DA9376}"/>
          </ac:picMkLst>
        </pc:picChg>
      </pc:sldChg>
      <pc:sldChg chg="addSp delSp modSp mod modNotes">
        <pc:chgData name="VanDenDriessche, Steven M (Federal)" userId="25ef35ff-a893-4ba2-b6b5-d9e16116b1ab" providerId="ADAL" clId="{4324992F-2AD4-4AE3-B4BD-B65D6660D0D8}" dt="2024-05-16T01:00:41.120" v="1044"/>
        <pc:sldMkLst>
          <pc:docMk/>
          <pc:sldMk cId="304465773" sldId="339"/>
        </pc:sldMkLst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304465773" sldId="339"/>
            <ac:spMk id="2" creationId="{3B947D65-44F6-96D5-D326-E599BBD16FC1}"/>
          </ac:spMkLst>
        </pc:spChg>
        <pc:spChg chg="add mod">
          <ac:chgData name="VanDenDriessche, Steven M (Federal)" userId="25ef35ff-a893-4ba2-b6b5-d9e16116b1ab" providerId="ADAL" clId="{4324992F-2AD4-4AE3-B4BD-B65D6660D0D8}" dt="2024-05-16T01:00:41.120" v="1044"/>
          <ac:spMkLst>
            <pc:docMk/>
            <pc:sldMk cId="304465773" sldId="339"/>
            <ac:spMk id="3" creationId="{0C57402D-EAA2-FD7A-EFEA-8678680ACC47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304465773" sldId="339"/>
            <ac:spMk id="4" creationId="{AE2E6FB4-C67D-1E58-900C-3D9AC36CB836}"/>
          </ac:spMkLst>
        </pc:spChg>
        <pc:spChg chg="del mod">
          <ac:chgData name="VanDenDriessche, Steven M (Federal)" userId="25ef35ff-a893-4ba2-b6b5-d9e16116b1ab" providerId="ADAL" clId="{4324992F-2AD4-4AE3-B4BD-B65D6660D0D8}" dt="2024-05-16T00:59:35.747" v="1018" actId="478"/>
          <ac:spMkLst>
            <pc:docMk/>
            <pc:sldMk cId="304465773" sldId="339"/>
            <ac:spMk id="6" creationId="{23F289B9-3BF6-D200-E0CA-530CA764A2D8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304465773" sldId="339"/>
            <ac:spMk id="8" creationId="{367292A4-BC4B-D2E6-4B49-53F46C745A00}"/>
          </ac:spMkLst>
        </pc:spChg>
      </pc:sldChg>
      <pc:sldChg chg="addSp delSp modSp mod modNotes">
        <pc:chgData name="VanDenDriessche, Steven M (Federal)" userId="25ef35ff-a893-4ba2-b6b5-d9e16116b1ab" providerId="ADAL" clId="{4324992F-2AD4-4AE3-B4BD-B65D6660D0D8}" dt="2024-05-16T01:00:41.958" v="1045"/>
        <pc:sldMkLst>
          <pc:docMk/>
          <pc:sldMk cId="952964595" sldId="340"/>
        </pc:sldMkLst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952964595" sldId="340"/>
            <ac:spMk id="2" creationId="{3B947D65-44F6-96D5-D326-E599BBD16FC1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952964595" sldId="340"/>
            <ac:spMk id="4" creationId="{AE2E6FB4-C67D-1E58-900C-3D9AC36CB836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952964595" sldId="340"/>
            <ac:spMk id="5" creationId="{99E093F7-5CCD-4139-8ED5-25E1E7B4B989}"/>
          </ac:spMkLst>
        </pc:spChg>
        <pc:spChg chg="del mod">
          <ac:chgData name="VanDenDriessche, Steven M (Federal)" userId="25ef35ff-a893-4ba2-b6b5-d9e16116b1ab" providerId="ADAL" clId="{4324992F-2AD4-4AE3-B4BD-B65D6660D0D8}" dt="2024-05-16T00:59:41.685" v="1019" actId="478"/>
          <ac:spMkLst>
            <pc:docMk/>
            <pc:sldMk cId="952964595" sldId="340"/>
            <ac:spMk id="6" creationId="{23F289B9-3BF6-D200-E0CA-530CA764A2D8}"/>
          </ac:spMkLst>
        </pc:spChg>
        <pc:spChg chg="add mod">
          <ac:chgData name="VanDenDriessche, Steven M (Federal)" userId="25ef35ff-a893-4ba2-b6b5-d9e16116b1ab" providerId="ADAL" clId="{4324992F-2AD4-4AE3-B4BD-B65D6660D0D8}" dt="2024-05-16T01:00:41.958" v="1045"/>
          <ac:spMkLst>
            <pc:docMk/>
            <pc:sldMk cId="952964595" sldId="340"/>
            <ac:spMk id="7" creationId="{72E4E659-EDF7-3026-B1C5-55008C28FCA5}"/>
          </ac:spMkLst>
        </pc:sp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952964595" sldId="340"/>
            <ac:picMk id="3" creationId="{D30A884D-0682-D3FD-F582-0D7E8FCE5E4D}"/>
          </ac:picMkLst>
        </pc:picChg>
      </pc:sldChg>
      <pc:sldChg chg="addSp delSp modSp mod modNotes">
        <pc:chgData name="VanDenDriessche, Steven M (Federal)" userId="25ef35ff-a893-4ba2-b6b5-d9e16116b1ab" providerId="ADAL" clId="{4324992F-2AD4-4AE3-B4BD-B65D6660D0D8}" dt="2024-05-16T01:00:44.023" v="1046"/>
        <pc:sldMkLst>
          <pc:docMk/>
          <pc:sldMk cId="2930954443" sldId="341"/>
        </pc:sldMkLst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2930954443" sldId="341"/>
            <ac:spMk id="2" creationId="{3B947D65-44F6-96D5-D326-E599BBD16FC1}"/>
          </ac:spMkLst>
        </pc:spChg>
        <pc:spChg chg="add mod">
          <ac:chgData name="VanDenDriessche, Steven M (Federal)" userId="25ef35ff-a893-4ba2-b6b5-d9e16116b1ab" providerId="ADAL" clId="{4324992F-2AD4-4AE3-B4BD-B65D6660D0D8}" dt="2024-05-16T01:00:44.023" v="1046"/>
          <ac:spMkLst>
            <pc:docMk/>
            <pc:sldMk cId="2930954443" sldId="341"/>
            <ac:spMk id="3" creationId="{730E743D-C2F4-8B8D-E1C5-4029C82F645A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2930954443" sldId="341"/>
            <ac:spMk id="4" creationId="{AE2E6FB4-C67D-1E58-900C-3D9AC36CB836}"/>
          </ac:spMkLst>
        </pc:spChg>
        <pc:spChg chg="del mod">
          <ac:chgData name="VanDenDriessche, Steven M (Federal)" userId="25ef35ff-a893-4ba2-b6b5-d9e16116b1ab" providerId="ADAL" clId="{4324992F-2AD4-4AE3-B4BD-B65D6660D0D8}" dt="2024-05-16T00:59:44.796" v="1020" actId="478"/>
          <ac:spMkLst>
            <pc:docMk/>
            <pc:sldMk cId="2930954443" sldId="341"/>
            <ac:spMk id="6" creationId="{23F289B9-3BF6-D200-E0CA-530CA764A2D8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2930954443" sldId="341"/>
            <ac:spMk id="8" creationId="{524ABFDE-5884-9DE1-CFE3-F0FB3B64587E}"/>
          </ac:spMkLst>
        </pc:sp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2930954443" sldId="341"/>
            <ac:picMk id="7" creationId="{B8F5C1F0-82A0-37E0-2565-C52BE66209CD}"/>
          </ac:picMkLst>
        </pc:picChg>
      </pc:sldChg>
      <pc:sldChg chg="addSp delSp modSp mod modNotes">
        <pc:chgData name="VanDenDriessche, Steven M (Federal)" userId="25ef35ff-a893-4ba2-b6b5-d9e16116b1ab" providerId="ADAL" clId="{4324992F-2AD4-4AE3-B4BD-B65D6660D0D8}" dt="2024-05-16T01:00:44.734" v="1047"/>
        <pc:sldMkLst>
          <pc:docMk/>
          <pc:sldMk cId="449035284" sldId="342"/>
        </pc:sldMkLst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449035284" sldId="342"/>
            <ac:spMk id="2" creationId="{3B947D65-44F6-96D5-D326-E599BBD16FC1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449035284" sldId="342"/>
            <ac:spMk id="4" creationId="{AE2E6FB4-C67D-1E58-900C-3D9AC36CB836}"/>
          </ac:spMkLst>
        </pc:spChg>
        <pc:spChg chg="add mod">
          <ac:chgData name="VanDenDriessche, Steven M (Federal)" userId="25ef35ff-a893-4ba2-b6b5-d9e16116b1ab" providerId="ADAL" clId="{4324992F-2AD4-4AE3-B4BD-B65D6660D0D8}" dt="2024-05-16T01:00:44.734" v="1047"/>
          <ac:spMkLst>
            <pc:docMk/>
            <pc:sldMk cId="449035284" sldId="342"/>
            <ac:spMk id="5" creationId="{260BDD8E-7436-2250-0748-9614A777A833}"/>
          </ac:spMkLst>
        </pc:spChg>
        <pc:spChg chg="del mod">
          <ac:chgData name="VanDenDriessche, Steven M (Federal)" userId="25ef35ff-a893-4ba2-b6b5-d9e16116b1ab" providerId="ADAL" clId="{4324992F-2AD4-4AE3-B4BD-B65D6660D0D8}" dt="2024-05-16T00:59:47.927" v="1021" actId="478"/>
          <ac:spMkLst>
            <pc:docMk/>
            <pc:sldMk cId="449035284" sldId="342"/>
            <ac:spMk id="6" creationId="{23F289B9-3BF6-D200-E0CA-530CA764A2D8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449035284" sldId="342"/>
            <ac:spMk id="8" creationId="{819EF02C-58EA-B735-E9F1-4C575874AED9}"/>
          </ac:spMkLst>
        </pc:sp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449035284" sldId="342"/>
            <ac:picMk id="3" creationId="{4CB1206D-382A-C0AA-D66A-08D4B5C55289}"/>
          </ac:picMkLst>
        </pc:picChg>
      </pc:sldChg>
      <pc:sldChg chg="addSp delSp modSp mod modNotes">
        <pc:chgData name="VanDenDriessche, Steven M (Federal)" userId="25ef35ff-a893-4ba2-b6b5-d9e16116b1ab" providerId="ADAL" clId="{4324992F-2AD4-4AE3-B4BD-B65D6660D0D8}" dt="2024-05-16T01:00:45.627" v="1048"/>
        <pc:sldMkLst>
          <pc:docMk/>
          <pc:sldMk cId="1720087767" sldId="343"/>
        </pc:sldMkLst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1720087767" sldId="343"/>
            <ac:spMk id="2" creationId="{3B947D65-44F6-96D5-D326-E599BBD16FC1}"/>
          </ac:spMkLst>
        </pc:spChg>
        <pc:spChg chg="add mod">
          <ac:chgData name="VanDenDriessche, Steven M (Federal)" userId="25ef35ff-a893-4ba2-b6b5-d9e16116b1ab" providerId="ADAL" clId="{4324992F-2AD4-4AE3-B4BD-B65D6660D0D8}" dt="2024-05-16T01:00:45.627" v="1048"/>
          <ac:spMkLst>
            <pc:docMk/>
            <pc:sldMk cId="1720087767" sldId="343"/>
            <ac:spMk id="3" creationId="{DFD23B5D-B041-26B2-F377-C1C1336F9D3D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1720087767" sldId="343"/>
            <ac:spMk id="4" creationId="{AE2E6FB4-C67D-1E58-900C-3D9AC36CB836}"/>
          </ac:spMkLst>
        </pc:spChg>
        <pc:spChg chg="del mod">
          <ac:chgData name="VanDenDriessche, Steven M (Federal)" userId="25ef35ff-a893-4ba2-b6b5-d9e16116b1ab" providerId="ADAL" clId="{4324992F-2AD4-4AE3-B4BD-B65D6660D0D8}" dt="2024-05-16T00:59:51.385" v="1022" actId="478"/>
          <ac:spMkLst>
            <pc:docMk/>
            <pc:sldMk cId="1720087767" sldId="343"/>
            <ac:spMk id="6" creationId="{23F289B9-3BF6-D200-E0CA-530CA764A2D8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1720087767" sldId="343"/>
            <ac:spMk id="7" creationId="{645ACCF0-9FE4-8AA6-66FA-551B36B62C90}"/>
          </ac:spMkLst>
        </pc:sp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1720087767" sldId="343"/>
            <ac:picMk id="8" creationId="{0753E03B-B4C1-D35C-CEF5-091EE6867FA4}"/>
          </ac:picMkLst>
        </pc:picChg>
      </pc:sldChg>
      <pc:sldChg chg="addSp delSp modSp mod modNotes">
        <pc:chgData name="VanDenDriessche, Steven M (Federal)" userId="25ef35ff-a893-4ba2-b6b5-d9e16116b1ab" providerId="ADAL" clId="{4324992F-2AD4-4AE3-B4BD-B65D6660D0D8}" dt="2024-05-16T01:00:46.617" v="1049"/>
        <pc:sldMkLst>
          <pc:docMk/>
          <pc:sldMk cId="1200358808" sldId="344"/>
        </pc:sldMkLst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1200358808" sldId="344"/>
            <ac:spMk id="2" creationId="{3B947D65-44F6-96D5-D326-E599BBD16FC1}"/>
          </ac:spMkLst>
        </pc:spChg>
        <pc:spChg chg="add mod">
          <ac:chgData name="VanDenDriessche, Steven M (Federal)" userId="25ef35ff-a893-4ba2-b6b5-d9e16116b1ab" providerId="ADAL" clId="{4324992F-2AD4-4AE3-B4BD-B65D6660D0D8}" dt="2024-05-16T01:00:46.617" v="1049"/>
          <ac:spMkLst>
            <pc:docMk/>
            <pc:sldMk cId="1200358808" sldId="344"/>
            <ac:spMk id="3" creationId="{7B20A320-A912-31F1-70F6-B4F99F6A942C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1200358808" sldId="344"/>
            <ac:spMk id="4" creationId="{AE2E6FB4-C67D-1E58-900C-3D9AC36CB836}"/>
          </ac:spMkLst>
        </pc:spChg>
        <pc:spChg chg="del mod">
          <ac:chgData name="VanDenDriessche, Steven M (Federal)" userId="25ef35ff-a893-4ba2-b6b5-d9e16116b1ab" providerId="ADAL" clId="{4324992F-2AD4-4AE3-B4BD-B65D6660D0D8}" dt="2024-05-16T00:59:55.634" v="1023" actId="478"/>
          <ac:spMkLst>
            <pc:docMk/>
            <pc:sldMk cId="1200358808" sldId="344"/>
            <ac:spMk id="6" creationId="{23F289B9-3BF6-D200-E0CA-530CA764A2D8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1200358808" sldId="344"/>
            <ac:spMk id="8" creationId="{2FA8A8D3-F1BC-D912-11EF-D4E2288441B1}"/>
          </ac:spMkLst>
        </pc:sp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1200358808" sldId="344"/>
            <ac:picMk id="7" creationId="{5AC978BA-6921-2389-E91B-1F0EC4FC2976}"/>
          </ac:picMkLst>
        </pc:picChg>
      </pc:sldChg>
      <pc:sldChg chg="addSp delSp modSp mod modNotes">
        <pc:chgData name="VanDenDriessche, Steven M (Federal)" userId="25ef35ff-a893-4ba2-b6b5-d9e16116b1ab" providerId="ADAL" clId="{4324992F-2AD4-4AE3-B4BD-B65D6660D0D8}" dt="2024-05-16T01:00:47.571" v="1050"/>
        <pc:sldMkLst>
          <pc:docMk/>
          <pc:sldMk cId="2740035178" sldId="345"/>
        </pc:sldMkLst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2740035178" sldId="345"/>
            <ac:spMk id="2" creationId="{3B947D65-44F6-96D5-D326-E599BBD16FC1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2740035178" sldId="345"/>
            <ac:spMk id="3" creationId="{7DC334D4-8ACE-30E3-26D7-86E2BA9144B0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2740035178" sldId="345"/>
            <ac:spMk id="4" creationId="{AE2E6FB4-C67D-1E58-900C-3D9AC36CB836}"/>
          </ac:spMkLst>
        </pc:spChg>
        <pc:spChg chg="add mod">
          <ac:chgData name="VanDenDriessche, Steven M (Federal)" userId="25ef35ff-a893-4ba2-b6b5-d9e16116b1ab" providerId="ADAL" clId="{4324992F-2AD4-4AE3-B4BD-B65D6660D0D8}" dt="2024-05-16T01:00:47.571" v="1050"/>
          <ac:spMkLst>
            <pc:docMk/>
            <pc:sldMk cId="2740035178" sldId="345"/>
            <ac:spMk id="5" creationId="{FDF41208-4622-C985-7EC2-1FE0F714710A}"/>
          </ac:spMkLst>
        </pc:spChg>
        <pc:spChg chg="del mod">
          <ac:chgData name="VanDenDriessche, Steven M (Federal)" userId="25ef35ff-a893-4ba2-b6b5-d9e16116b1ab" providerId="ADAL" clId="{4324992F-2AD4-4AE3-B4BD-B65D6660D0D8}" dt="2024-05-16T00:59:58.848" v="1024" actId="478"/>
          <ac:spMkLst>
            <pc:docMk/>
            <pc:sldMk cId="2740035178" sldId="345"/>
            <ac:spMk id="6" creationId="{23F289B9-3BF6-D200-E0CA-530CA764A2D8}"/>
          </ac:spMkLst>
        </pc:sp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2740035178" sldId="345"/>
            <ac:picMk id="8" creationId="{4CA09319-1470-B536-46C5-748BBD93A5A2}"/>
          </ac:picMkLst>
        </pc:picChg>
      </pc:sldChg>
      <pc:sldChg chg="addSp delSp modSp mod modNotes">
        <pc:chgData name="VanDenDriessche, Steven M (Federal)" userId="25ef35ff-a893-4ba2-b6b5-d9e16116b1ab" providerId="ADAL" clId="{4324992F-2AD4-4AE3-B4BD-B65D6660D0D8}" dt="2024-05-16T01:00:49.727" v="1051"/>
        <pc:sldMkLst>
          <pc:docMk/>
          <pc:sldMk cId="3885400645" sldId="346"/>
        </pc:sldMkLst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3885400645" sldId="346"/>
            <ac:spMk id="2" creationId="{3B947D65-44F6-96D5-D326-E599BBD16FC1}"/>
          </ac:spMkLst>
        </pc:spChg>
        <pc:spChg chg="add mod">
          <ac:chgData name="VanDenDriessche, Steven M (Federal)" userId="25ef35ff-a893-4ba2-b6b5-d9e16116b1ab" providerId="ADAL" clId="{4324992F-2AD4-4AE3-B4BD-B65D6660D0D8}" dt="2024-05-16T01:00:49.727" v="1051"/>
          <ac:spMkLst>
            <pc:docMk/>
            <pc:sldMk cId="3885400645" sldId="346"/>
            <ac:spMk id="3" creationId="{8BF400A2-B90D-0E59-A306-CB7890898D64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3885400645" sldId="346"/>
            <ac:spMk id="4" creationId="{AE2E6FB4-C67D-1E58-900C-3D9AC36CB836}"/>
          </ac:spMkLst>
        </pc:spChg>
        <pc:spChg chg="del mod">
          <ac:chgData name="VanDenDriessche, Steven M (Federal)" userId="25ef35ff-a893-4ba2-b6b5-d9e16116b1ab" providerId="ADAL" clId="{4324992F-2AD4-4AE3-B4BD-B65D6660D0D8}" dt="2024-05-16T01:00:01.635" v="1025" actId="478"/>
          <ac:spMkLst>
            <pc:docMk/>
            <pc:sldMk cId="3885400645" sldId="346"/>
            <ac:spMk id="6" creationId="{23F289B9-3BF6-D200-E0CA-530CA764A2D8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3885400645" sldId="346"/>
            <ac:spMk id="8" creationId="{CB9F5DFB-5503-5D2E-088E-A6788AA762A6}"/>
          </ac:spMkLst>
        </pc:sp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3885400645" sldId="346"/>
            <ac:picMk id="5" creationId="{031A0E03-87F0-CD9E-2A46-05B55B1447CF}"/>
          </ac:picMkLst>
        </pc:picChg>
      </pc:sldChg>
      <pc:sldChg chg="modSp modAnim modNotes">
        <pc:chgData name="VanDenDriessche, Steven M (Federal)" userId="25ef35ff-a893-4ba2-b6b5-d9e16116b1ab" providerId="ADAL" clId="{4324992F-2AD4-4AE3-B4BD-B65D6660D0D8}" dt="2024-05-17T18:24:37.186" v="1104"/>
        <pc:sldMkLst>
          <pc:docMk/>
          <pc:sldMk cId="2183215700" sldId="347"/>
        </pc:sldMkLst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2183215700" sldId="347"/>
            <ac:spMk id="2" creationId="{8FCF8B68-8EC9-1C26-1E22-4A36FE054AD6}"/>
          </ac:spMkLst>
        </pc:sp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2183215700" sldId="347"/>
            <ac:picMk id="4" creationId="{BFF614FC-FA15-4F26-6DF0-594E52CA1C0C}"/>
          </ac:picMkLst>
        </pc:pic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2183215700" sldId="347"/>
            <ac:picMk id="5" creationId="{F66856FE-C5B0-4EBD-9264-0F9CD4FECB47}"/>
          </ac:picMkLst>
        </pc:pic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2183215700" sldId="347"/>
            <ac:picMk id="6" creationId="{D97BCEEB-7648-814A-1752-51D0C6BA716D}"/>
          </ac:picMkLst>
        </pc:picChg>
      </pc:sldChg>
      <pc:sldChg chg="modSp modNotes">
        <pc:chgData name="VanDenDriessche, Steven M (Federal)" userId="25ef35ff-a893-4ba2-b6b5-d9e16116b1ab" providerId="ADAL" clId="{4324992F-2AD4-4AE3-B4BD-B65D6660D0D8}" dt="2024-05-09T14:28:23.576" v="37"/>
        <pc:sldMkLst>
          <pc:docMk/>
          <pc:sldMk cId="2395349777" sldId="348"/>
        </pc:sldMkLst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2395349777" sldId="348"/>
            <ac:spMk id="5" creationId="{C202E65D-6FE4-D2F5-C705-1A31426FE8BF}"/>
          </ac:spMkLst>
        </pc:sp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2395349777" sldId="348"/>
            <ac:picMk id="7" creationId="{10609133-1A23-4D28-CDBC-7585BC984480}"/>
          </ac:picMkLst>
        </pc:picChg>
      </pc:sldChg>
      <pc:sldChg chg="modSp modNotes">
        <pc:chgData name="VanDenDriessche, Steven M (Federal)" userId="25ef35ff-a893-4ba2-b6b5-d9e16116b1ab" providerId="ADAL" clId="{4324992F-2AD4-4AE3-B4BD-B65D6660D0D8}" dt="2024-05-09T14:28:23.576" v="37"/>
        <pc:sldMkLst>
          <pc:docMk/>
          <pc:sldMk cId="2115355531" sldId="349"/>
        </pc:sldMkLst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2115355531" sldId="349"/>
            <ac:spMk id="6" creationId="{68C4F7B4-2CEE-4F98-C72C-223EE8E22F1E}"/>
          </ac:spMkLst>
        </pc:sp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2115355531" sldId="349"/>
            <ac:picMk id="4" creationId="{D92AF0A7-89B5-EA05-99D5-25C9D547394E}"/>
          </ac:picMkLst>
        </pc:picChg>
      </pc:sldChg>
      <pc:sldChg chg="addSp delSp modSp mod modNotes">
        <pc:chgData name="VanDenDriessche, Steven M (Federal)" userId="25ef35ff-a893-4ba2-b6b5-d9e16116b1ab" providerId="ADAL" clId="{4324992F-2AD4-4AE3-B4BD-B65D6660D0D8}" dt="2024-05-16T01:00:52.670" v="1054"/>
        <pc:sldMkLst>
          <pc:docMk/>
          <pc:sldMk cId="4014718640" sldId="350"/>
        </pc:sldMkLst>
        <pc:spChg chg="add mod">
          <ac:chgData name="VanDenDriessche, Steven M (Federal)" userId="25ef35ff-a893-4ba2-b6b5-d9e16116b1ab" providerId="ADAL" clId="{4324992F-2AD4-4AE3-B4BD-B65D6660D0D8}" dt="2024-05-16T01:00:52.670" v="1054"/>
          <ac:spMkLst>
            <pc:docMk/>
            <pc:sldMk cId="4014718640" sldId="350"/>
            <ac:spMk id="2" creationId="{502EA68D-0171-FEDD-4E8A-B44C3669AEF4}"/>
          </ac:spMkLst>
        </pc:spChg>
        <pc:spChg chg="del mod">
          <ac:chgData name="VanDenDriessche, Steven M (Federal)" userId="25ef35ff-a893-4ba2-b6b5-d9e16116b1ab" providerId="ADAL" clId="{4324992F-2AD4-4AE3-B4BD-B65D6660D0D8}" dt="2024-05-16T01:00:11.162" v="1028" actId="478"/>
          <ac:spMkLst>
            <pc:docMk/>
            <pc:sldMk cId="4014718640" sldId="350"/>
            <ac:spMk id="3" creationId="{15E2CF63-748E-BEB0-93D9-D54FE10BBB7B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4014718640" sldId="350"/>
            <ac:spMk id="7" creationId="{8411FDEA-7D32-3E09-754B-B281970CD224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4014718640" sldId="350"/>
            <ac:spMk id="11" creationId="{82A289EB-B9C9-A352-B279-69082A77D70A}"/>
          </ac:spMkLst>
        </pc:sp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4014718640" sldId="350"/>
            <ac:picMk id="4" creationId="{19FC0564-4549-A3EE-78B4-2CA89DBFF88D}"/>
          </ac:picMkLst>
        </pc:pic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4014718640" sldId="350"/>
            <ac:picMk id="8" creationId="{419DEA4A-5C23-31C0-43D9-AEB36AF2FA7D}"/>
          </ac:picMkLst>
        </pc:pic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4014718640" sldId="350"/>
            <ac:picMk id="10" creationId="{1882414B-34DD-A074-9236-D09DBE4CF2A8}"/>
          </ac:picMkLst>
        </pc:picChg>
      </pc:sldChg>
      <pc:sldChg chg="modSp modNotes">
        <pc:chgData name="VanDenDriessche, Steven M (Federal)" userId="25ef35ff-a893-4ba2-b6b5-d9e16116b1ab" providerId="ADAL" clId="{4324992F-2AD4-4AE3-B4BD-B65D6660D0D8}" dt="2024-05-09T14:28:23.576" v="37"/>
        <pc:sldMkLst>
          <pc:docMk/>
          <pc:sldMk cId="2293824511" sldId="351"/>
        </pc:sldMkLst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2293824511" sldId="351"/>
            <ac:spMk id="6" creationId="{D477536A-C33E-DCB7-3BC5-2B500EE024AE}"/>
          </ac:spMkLst>
        </pc:sp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2293824511" sldId="351"/>
            <ac:picMk id="4" creationId="{D92AF0A7-89B5-EA05-99D5-25C9D547394E}"/>
          </ac:picMkLst>
        </pc:picChg>
      </pc:sldChg>
      <pc:sldChg chg="modSp modNotes">
        <pc:chgData name="VanDenDriessche, Steven M (Federal)" userId="25ef35ff-a893-4ba2-b6b5-d9e16116b1ab" providerId="ADAL" clId="{4324992F-2AD4-4AE3-B4BD-B65D6660D0D8}" dt="2024-05-09T14:28:23.576" v="37"/>
        <pc:sldMkLst>
          <pc:docMk/>
          <pc:sldMk cId="362540523" sldId="352"/>
        </pc:sldMkLst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362540523" sldId="352"/>
            <ac:spMk id="6" creationId="{7A8F21F1-8602-6D48-8002-993DBD84DB25}"/>
          </ac:spMkLst>
        </pc:sp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362540523" sldId="352"/>
            <ac:picMk id="4" creationId="{D92AF0A7-89B5-EA05-99D5-25C9D547394E}"/>
          </ac:picMkLst>
        </pc:picChg>
      </pc:sldChg>
      <pc:sldChg chg="modSp modNotes">
        <pc:chgData name="VanDenDriessche, Steven M (Federal)" userId="25ef35ff-a893-4ba2-b6b5-d9e16116b1ab" providerId="ADAL" clId="{4324992F-2AD4-4AE3-B4BD-B65D6660D0D8}" dt="2024-05-09T14:28:23.576" v="37"/>
        <pc:sldMkLst>
          <pc:docMk/>
          <pc:sldMk cId="2360437469" sldId="353"/>
        </pc:sldMkLst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2360437469" sldId="353"/>
            <ac:spMk id="6" creationId="{F142C3F1-5B94-73A1-2564-FFCBBE35B996}"/>
          </ac:spMkLst>
        </pc:sp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2360437469" sldId="353"/>
            <ac:picMk id="4" creationId="{D92AF0A7-89B5-EA05-99D5-25C9D547394E}"/>
          </ac:picMkLst>
        </pc:picChg>
      </pc:sldChg>
      <pc:sldChg chg="modSp modNotes">
        <pc:chgData name="VanDenDriessche, Steven M (Federal)" userId="25ef35ff-a893-4ba2-b6b5-d9e16116b1ab" providerId="ADAL" clId="{4324992F-2AD4-4AE3-B4BD-B65D6660D0D8}" dt="2024-05-09T14:28:23.576" v="37"/>
        <pc:sldMkLst>
          <pc:docMk/>
          <pc:sldMk cId="1801408294" sldId="354"/>
        </pc:sldMkLst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1801408294" sldId="354"/>
            <ac:spMk id="4" creationId="{10251F30-70DB-AAF4-2336-DF6DA2218DC5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1801408294" sldId="354"/>
            <ac:spMk id="5" creationId="{C40C95D9-DEEC-0413-D224-61A68FE95314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1801408294" sldId="354"/>
            <ac:spMk id="14" creationId="{24DCCA48-044B-57AE-6208-7C92EDE416FB}"/>
          </ac:spMkLst>
        </pc:sp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1801408294" sldId="354"/>
            <ac:picMk id="2" creationId="{DABE3BE8-3A74-B866-587E-25965066CD9B}"/>
          </ac:picMkLst>
        </pc:pic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1801408294" sldId="354"/>
            <ac:picMk id="9" creationId="{61AFFA4D-9D2F-3F83-7D28-BA56236EA03C}"/>
          </ac:picMkLst>
        </pc:pic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1801408294" sldId="354"/>
            <ac:picMk id="10" creationId="{F3E44559-EBEC-074C-2136-A01513656CE2}"/>
          </ac:picMkLst>
        </pc:picChg>
        <pc:cxnChg chg="mod">
          <ac:chgData name="VanDenDriessche, Steven M (Federal)" userId="25ef35ff-a893-4ba2-b6b5-d9e16116b1ab" providerId="ADAL" clId="{4324992F-2AD4-4AE3-B4BD-B65D6660D0D8}" dt="2024-05-09T14:28:23.576" v="37"/>
          <ac:cxnSpMkLst>
            <pc:docMk/>
            <pc:sldMk cId="1801408294" sldId="354"/>
            <ac:cxnSpMk id="7" creationId="{59ECEA09-2EDC-CF4A-5114-87427892019B}"/>
          </ac:cxnSpMkLst>
        </pc:cxnChg>
        <pc:cxnChg chg="mod">
          <ac:chgData name="VanDenDriessche, Steven M (Federal)" userId="25ef35ff-a893-4ba2-b6b5-d9e16116b1ab" providerId="ADAL" clId="{4324992F-2AD4-4AE3-B4BD-B65D6660D0D8}" dt="2024-05-09T14:28:23.576" v="37"/>
          <ac:cxnSpMkLst>
            <pc:docMk/>
            <pc:sldMk cId="1801408294" sldId="354"/>
            <ac:cxnSpMk id="13" creationId="{F3B37FC6-9732-ADCD-E9D2-C3200312C6DA}"/>
          </ac:cxnSpMkLst>
        </pc:cxnChg>
        <pc:cxnChg chg="mod">
          <ac:chgData name="VanDenDriessche, Steven M (Federal)" userId="25ef35ff-a893-4ba2-b6b5-d9e16116b1ab" providerId="ADAL" clId="{4324992F-2AD4-4AE3-B4BD-B65D6660D0D8}" dt="2024-05-09T14:28:23.576" v="37"/>
          <ac:cxnSpMkLst>
            <pc:docMk/>
            <pc:sldMk cId="1801408294" sldId="354"/>
            <ac:cxnSpMk id="15" creationId="{BA221896-774C-1BF4-7631-2346FFBA8CF5}"/>
          </ac:cxnSpMkLst>
        </pc:cxnChg>
      </pc:sldChg>
      <pc:sldChg chg="modSp modNotes">
        <pc:chgData name="VanDenDriessche, Steven M (Federal)" userId="25ef35ff-a893-4ba2-b6b5-d9e16116b1ab" providerId="ADAL" clId="{4324992F-2AD4-4AE3-B4BD-B65D6660D0D8}" dt="2024-05-09T14:28:23.576" v="37"/>
        <pc:sldMkLst>
          <pc:docMk/>
          <pc:sldMk cId="1034089919" sldId="355"/>
        </pc:sldMkLst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1034089919" sldId="355"/>
            <ac:spMk id="4" creationId="{4A4C34E8-A749-DBE7-662D-A6653688DCA3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1034089919" sldId="355"/>
            <ac:spMk id="11" creationId="{58C8E8A6-8188-E8B5-D89B-5D70B530DB89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1034089919" sldId="355"/>
            <ac:spMk id="12" creationId="{E6786366-948C-FC6B-C94B-E3618D1FCCE9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1034089919" sldId="355"/>
            <ac:spMk id="13" creationId="{425CC5FA-FD00-43B9-9ED8-8C4FDF7CE6A5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1034089919" sldId="355"/>
            <ac:spMk id="14" creationId="{A0632419-412A-D501-8518-02606EBEC43C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1034089919" sldId="355"/>
            <ac:spMk id="15" creationId="{A15C315C-82A0-084E-CCFE-6D3AD9C274B7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1034089919" sldId="355"/>
            <ac:spMk id="16" creationId="{A48BF376-9115-9758-A159-D168DA46D0C2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1034089919" sldId="355"/>
            <ac:spMk id="17" creationId="{DEE61DF4-51EA-E724-8D02-758FBFF7343E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1034089919" sldId="355"/>
            <ac:spMk id="18" creationId="{72184A63-4FC9-6CD1-0A1E-237E98CE5EBF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1034089919" sldId="355"/>
            <ac:spMk id="19" creationId="{1E651CE5-9B53-4930-6F7D-ECD01488CDF7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1034089919" sldId="355"/>
            <ac:spMk id="22" creationId="{3BFA4B3F-2092-7218-465F-13EC8BEFA2D3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1034089919" sldId="355"/>
            <ac:spMk id="23" creationId="{556D8FBE-E237-CE54-2894-C5546BBC1EA0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1034089919" sldId="355"/>
            <ac:spMk id="24" creationId="{7FB1DC16-3C52-C6BB-10BA-DE24AAE9CBB1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1034089919" sldId="355"/>
            <ac:spMk id="25" creationId="{EA6DBD2F-C3ED-4716-AA40-A644B82374D6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1034089919" sldId="355"/>
            <ac:spMk id="26" creationId="{FDDEA27C-570A-7F28-F046-482DBDD01099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1034089919" sldId="355"/>
            <ac:spMk id="27" creationId="{655A3E53-8888-5B56-0E27-A9370755B001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1034089919" sldId="355"/>
            <ac:spMk id="28" creationId="{7D01CF85-67C8-6820-5A31-49FF798F86E8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1034089919" sldId="355"/>
            <ac:spMk id="29" creationId="{D5E41CEB-53BD-6374-A66B-C0E35458A98F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1034089919" sldId="355"/>
            <ac:spMk id="30" creationId="{E1BAF045-8CF2-8FCD-98C2-711ECC456F9A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1034089919" sldId="355"/>
            <ac:spMk id="31" creationId="{4EA1A1EF-55FB-BDB2-D15B-A21F359C43AE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1034089919" sldId="355"/>
            <ac:spMk id="32" creationId="{4C2D7E87-1E84-7F95-F6E8-73081C4FE8CA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1034089919" sldId="355"/>
            <ac:spMk id="33" creationId="{6F8872FB-F16F-9625-72D6-7A582FC025F0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1034089919" sldId="355"/>
            <ac:spMk id="34" creationId="{E4C8FBB7-7E40-D760-5646-A02D30FEAB22}"/>
          </ac:spMkLst>
        </pc:sp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1034089919" sldId="355"/>
            <ac:picMk id="3" creationId="{FE14C399-E534-29D0-8B66-92CE8F79EA5E}"/>
          </ac:picMkLst>
        </pc:pic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1034089919" sldId="355"/>
            <ac:picMk id="5" creationId="{BA4AF8BD-D17A-C76C-089B-23CAFFCFCF47}"/>
          </ac:picMkLst>
        </pc:pic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1034089919" sldId="355"/>
            <ac:picMk id="6" creationId="{278AF895-E25D-0F6E-BD00-4E162A296095}"/>
          </ac:picMkLst>
        </pc:pic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1034089919" sldId="355"/>
            <ac:picMk id="7" creationId="{37CD14C3-4F21-3944-9C96-F1135120D64D}"/>
          </ac:picMkLst>
        </pc:pic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1034089919" sldId="355"/>
            <ac:picMk id="10" creationId="{4D4020D6-64B5-26C0-DDBA-45BE658EC41B}"/>
          </ac:picMkLst>
        </pc:picChg>
        <pc:cxnChg chg="mod">
          <ac:chgData name="VanDenDriessche, Steven M (Federal)" userId="25ef35ff-a893-4ba2-b6b5-d9e16116b1ab" providerId="ADAL" clId="{4324992F-2AD4-4AE3-B4BD-B65D6660D0D8}" dt="2024-05-09T14:28:23.576" v="37"/>
          <ac:cxnSpMkLst>
            <pc:docMk/>
            <pc:sldMk cId="1034089919" sldId="355"/>
            <ac:cxnSpMk id="20" creationId="{C4BED5D4-6B2D-95CD-41EC-73D2EB1CE457}"/>
          </ac:cxnSpMkLst>
        </pc:cxnChg>
        <pc:cxnChg chg="mod">
          <ac:chgData name="VanDenDriessche, Steven M (Federal)" userId="25ef35ff-a893-4ba2-b6b5-d9e16116b1ab" providerId="ADAL" clId="{4324992F-2AD4-4AE3-B4BD-B65D6660D0D8}" dt="2024-05-09T14:28:23.576" v="37"/>
          <ac:cxnSpMkLst>
            <pc:docMk/>
            <pc:sldMk cId="1034089919" sldId="355"/>
            <ac:cxnSpMk id="21" creationId="{533B968A-858C-A1B5-489D-E353554F5611}"/>
          </ac:cxnSpMkLst>
        </pc:cxnChg>
      </pc:sldChg>
      <pc:sldChg chg="modSp modNotes">
        <pc:chgData name="VanDenDriessche, Steven M (Federal)" userId="25ef35ff-a893-4ba2-b6b5-d9e16116b1ab" providerId="ADAL" clId="{4324992F-2AD4-4AE3-B4BD-B65D6660D0D8}" dt="2024-05-09T14:28:23.576" v="37"/>
        <pc:sldMkLst>
          <pc:docMk/>
          <pc:sldMk cId="1956090263" sldId="356"/>
        </pc:sldMkLst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1956090263" sldId="356"/>
            <ac:spMk id="4" creationId="{4A4C34E8-A749-DBE7-662D-A6653688DCA3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1956090263" sldId="356"/>
            <ac:spMk id="13" creationId="{751F1591-D98C-6DA2-EA7B-FB1B18047A93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1956090263" sldId="356"/>
            <ac:spMk id="15" creationId="{F9C2EF81-1C6D-1BD2-756F-A1F190AB11B1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1956090263" sldId="356"/>
            <ac:spMk id="22" creationId="{84BBD366-5982-EC28-84FE-D9EA82E44E18}"/>
          </ac:spMkLst>
        </pc:sp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1956090263" sldId="356"/>
            <ac:picMk id="5" creationId="{61F655E2-C8F9-7458-AD2D-C4A4010B90AB}"/>
          </ac:picMkLst>
        </pc:pic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1956090263" sldId="356"/>
            <ac:picMk id="7" creationId="{842DA8A8-C80F-4778-2A04-23B90806C4A4}"/>
          </ac:picMkLst>
        </pc:pic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1956090263" sldId="356"/>
            <ac:picMk id="8" creationId="{7A37D9FC-8AA2-5E57-C5E8-AE88CBAAC570}"/>
          </ac:picMkLst>
        </pc:pic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1956090263" sldId="356"/>
            <ac:picMk id="9" creationId="{1FB93FDF-380F-03D4-1119-4D2ECFDF273E}"/>
          </ac:picMkLst>
        </pc:pic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k cId="1956090263" sldId="356"/>
            <ac:picMk id="10" creationId="{4D4020D6-64B5-26C0-DDBA-45BE658EC41B}"/>
          </ac:picMkLst>
        </pc:picChg>
      </pc:sldChg>
      <pc:sldChg chg="modSp modAnim modNotes">
        <pc:chgData name="VanDenDriessche, Steven M (Federal)" userId="25ef35ff-a893-4ba2-b6b5-d9e16116b1ab" providerId="ADAL" clId="{4324992F-2AD4-4AE3-B4BD-B65D6660D0D8}" dt="2024-05-17T18:25:15.348" v="1105"/>
        <pc:sldMkLst>
          <pc:docMk/>
          <pc:sldMk cId="509572199" sldId="357"/>
        </pc:sldMkLst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509572199" sldId="357"/>
            <ac:spMk id="3" creationId="{1AF28D09-1493-8DD7-CA9B-84A22DF10FD9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k cId="509572199" sldId="357"/>
            <ac:spMk id="4" creationId="{93C1FCD9-F2F4-5552-9F03-64897416ACDF}"/>
          </ac:spMkLst>
        </pc:spChg>
      </pc:sldChg>
      <pc:sldChg chg="addSp delSp modSp add mod">
        <pc:chgData name="VanDenDriessche, Steven M (Federal)" userId="25ef35ff-a893-4ba2-b6b5-d9e16116b1ab" providerId="ADAL" clId="{4324992F-2AD4-4AE3-B4BD-B65D6660D0D8}" dt="2024-05-09T20:17:37.630" v="278" actId="114"/>
        <pc:sldMkLst>
          <pc:docMk/>
          <pc:sldMk cId="3087720507" sldId="358"/>
        </pc:sldMkLst>
        <pc:spChg chg="add del mod">
          <ac:chgData name="VanDenDriessche, Steven M (Federal)" userId="25ef35ff-a893-4ba2-b6b5-d9e16116b1ab" providerId="ADAL" clId="{4324992F-2AD4-4AE3-B4BD-B65D6660D0D8}" dt="2024-05-09T20:16:04.022" v="81"/>
          <ac:spMkLst>
            <pc:docMk/>
            <pc:sldMk cId="3087720507" sldId="358"/>
            <ac:spMk id="2" creationId="{BF56B119-EA35-5260-E3E6-B995D9937FB1}"/>
          </ac:spMkLst>
        </pc:spChg>
        <pc:spChg chg="add mod">
          <ac:chgData name="VanDenDriessche, Steven M (Federal)" userId="25ef35ff-a893-4ba2-b6b5-d9e16116b1ab" providerId="ADAL" clId="{4324992F-2AD4-4AE3-B4BD-B65D6660D0D8}" dt="2024-05-09T20:17:37.630" v="278" actId="114"/>
          <ac:spMkLst>
            <pc:docMk/>
            <pc:sldMk cId="3087720507" sldId="358"/>
            <ac:spMk id="3" creationId="{0A0A2745-1249-877D-E9C8-ED426F08044B}"/>
          </ac:spMkLst>
        </pc:spChg>
        <pc:picChg chg="del">
          <ac:chgData name="VanDenDriessche, Steven M (Federal)" userId="25ef35ff-a893-4ba2-b6b5-d9e16116b1ab" providerId="ADAL" clId="{4324992F-2AD4-4AE3-B4BD-B65D6660D0D8}" dt="2024-05-09T20:15:55.611" v="79" actId="478"/>
          <ac:picMkLst>
            <pc:docMk/>
            <pc:sldMk cId="3087720507" sldId="358"/>
            <ac:picMk id="4" creationId="{D92AF0A7-89B5-EA05-99D5-25C9D547394E}"/>
          </ac:picMkLst>
        </pc:picChg>
      </pc:sldChg>
      <pc:sldChg chg="modSp add mod modAnim">
        <pc:chgData name="VanDenDriessche, Steven M (Federal)" userId="25ef35ff-a893-4ba2-b6b5-d9e16116b1ab" providerId="ADAL" clId="{4324992F-2AD4-4AE3-B4BD-B65D6660D0D8}" dt="2024-05-16T00:29:16.967" v="434"/>
        <pc:sldMkLst>
          <pc:docMk/>
          <pc:sldMk cId="384007598" sldId="359"/>
        </pc:sldMkLst>
        <pc:spChg chg="mod">
          <ac:chgData name="VanDenDriessche, Steven M (Federal)" userId="25ef35ff-a893-4ba2-b6b5-d9e16116b1ab" providerId="ADAL" clId="{4324992F-2AD4-4AE3-B4BD-B65D6660D0D8}" dt="2024-05-16T00:29:11.837" v="433" actId="14100"/>
          <ac:spMkLst>
            <pc:docMk/>
            <pc:sldMk cId="384007598" sldId="359"/>
            <ac:spMk id="5" creationId="{0552377F-ABFE-20DF-B72C-2142097EDD58}"/>
          </ac:spMkLst>
        </pc:spChg>
      </pc:sldChg>
      <pc:sldChg chg="modSp add mod modAnim">
        <pc:chgData name="VanDenDriessche, Steven M (Federal)" userId="25ef35ff-a893-4ba2-b6b5-d9e16116b1ab" providerId="ADAL" clId="{4324992F-2AD4-4AE3-B4BD-B65D6660D0D8}" dt="2024-05-16T00:29:34.404" v="438"/>
        <pc:sldMkLst>
          <pc:docMk/>
          <pc:sldMk cId="1119899526" sldId="360"/>
        </pc:sldMkLst>
        <pc:spChg chg="mod">
          <ac:chgData name="VanDenDriessche, Steven M (Federal)" userId="25ef35ff-a893-4ba2-b6b5-d9e16116b1ab" providerId="ADAL" clId="{4324992F-2AD4-4AE3-B4BD-B65D6660D0D8}" dt="2024-05-16T00:29:31.931" v="437" actId="14100"/>
          <ac:spMkLst>
            <pc:docMk/>
            <pc:sldMk cId="1119899526" sldId="360"/>
            <ac:spMk id="5" creationId="{0552377F-ABFE-20DF-B72C-2142097EDD58}"/>
          </ac:spMkLst>
        </pc:spChg>
      </pc:sldChg>
      <pc:sldChg chg="modSp add mod modAnim">
        <pc:chgData name="VanDenDriessche, Steven M (Federal)" userId="25ef35ff-a893-4ba2-b6b5-d9e16116b1ab" providerId="ADAL" clId="{4324992F-2AD4-4AE3-B4BD-B65D6660D0D8}" dt="2024-05-16T00:30:04.784" v="524"/>
        <pc:sldMkLst>
          <pc:docMk/>
          <pc:sldMk cId="259115633" sldId="361"/>
        </pc:sldMkLst>
        <pc:spChg chg="mod">
          <ac:chgData name="VanDenDriessche, Steven M (Federal)" userId="25ef35ff-a893-4ba2-b6b5-d9e16116b1ab" providerId="ADAL" clId="{4324992F-2AD4-4AE3-B4BD-B65D6660D0D8}" dt="2024-05-16T00:30:01.347" v="523" actId="14100"/>
          <ac:spMkLst>
            <pc:docMk/>
            <pc:sldMk cId="259115633" sldId="361"/>
            <ac:spMk id="5" creationId="{0552377F-ABFE-20DF-B72C-2142097EDD58}"/>
          </ac:spMkLst>
        </pc:spChg>
      </pc:sldChg>
      <pc:sldMasterChg chg="modSp modSldLayout">
        <pc:chgData name="VanDenDriessche, Steven M (Federal)" userId="25ef35ff-a893-4ba2-b6b5-d9e16116b1ab" providerId="ADAL" clId="{4324992F-2AD4-4AE3-B4BD-B65D6660D0D8}" dt="2024-05-09T14:28:23.576" v="37"/>
        <pc:sldMasterMkLst>
          <pc:docMk/>
          <pc:sldMasterMk cId="1215197151" sldId="2147483660"/>
        </pc:sldMasterMkLst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asterMk cId="1215197151" sldId="2147483660"/>
            <ac:spMk id="6" creationId="{DF8280E3-ECA9-4C43-B44F-DFA565B37561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asterMk cId="1215197151" sldId="2147483660"/>
            <ac:spMk id="10" creationId="{00000000-0000-0000-0000-000000000000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asterMk cId="1215197151" sldId="2147483660"/>
            <ac:spMk id="11" creationId="{00000000-0000-0000-0000-000000000000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asterMk cId="1215197151" sldId="2147483660"/>
            <ac:spMk id="14" creationId="{49785C24-265D-71F0-FF7A-CBCDE40C7475}"/>
          </ac:spMkLst>
        </pc:spChg>
        <pc:cxnChg chg="mod">
          <ac:chgData name="VanDenDriessche, Steven M (Federal)" userId="25ef35ff-a893-4ba2-b6b5-d9e16116b1ab" providerId="ADAL" clId="{4324992F-2AD4-4AE3-B4BD-B65D6660D0D8}" dt="2024-05-09T14:28:23.576" v="37"/>
          <ac:cxnSpMkLst>
            <pc:docMk/>
            <pc:sldMasterMk cId="1215197151" sldId="2147483660"/>
            <ac:cxnSpMk id="4" creationId="{CBD9C515-B05C-EAE2-DA9B-404614A464F1}"/>
          </ac:cxnSpMkLst>
        </pc:cxnChg>
        <pc:cxnChg chg="mod">
          <ac:chgData name="VanDenDriessche, Steven M (Federal)" userId="25ef35ff-a893-4ba2-b6b5-d9e16116b1ab" providerId="ADAL" clId="{4324992F-2AD4-4AE3-B4BD-B65D6660D0D8}" dt="2024-05-09T14:28:23.576" v="37"/>
          <ac:cxnSpMkLst>
            <pc:docMk/>
            <pc:sldMasterMk cId="1215197151" sldId="2147483660"/>
            <ac:cxnSpMk id="12" creationId="{C62BA670-7C5B-B833-A61A-85DB8ED4D550}"/>
          </ac:cxnSpMkLst>
        </pc:cxnChg>
        <pc:cxnChg chg="mod">
          <ac:chgData name="VanDenDriessche, Steven M (Federal)" userId="25ef35ff-a893-4ba2-b6b5-d9e16116b1ab" providerId="ADAL" clId="{4324992F-2AD4-4AE3-B4BD-B65D6660D0D8}" dt="2024-05-09T14:28:23.576" v="37"/>
          <ac:cxnSpMkLst>
            <pc:docMk/>
            <pc:sldMasterMk cId="1215197151" sldId="2147483660"/>
            <ac:cxnSpMk id="16" creationId="{7878ACEA-9D37-0D08-43FF-10B29A260474}"/>
          </ac:cxnSpMkLst>
        </pc:cxnChg>
        <pc:sldLayoutChg chg="modSp">
          <pc:chgData name="VanDenDriessche, Steven M (Federal)" userId="25ef35ff-a893-4ba2-b6b5-d9e16116b1ab" providerId="ADAL" clId="{4324992F-2AD4-4AE3-B4BD-B65D6660D0D8}" dt="2024-05-09T14:28:23.576" v="37"/>
          <pc:sldLayoutMkLst>
            <pc:docMk/>
            <pc:sldMasterMk cId="1215197151" sldId="2147483660"/>
            <pc:sldLayoutMk cId="2265853193" sldId="2147483661"/>
          </pc:sldLayoutMkLst>
          <pc:spChg chg="mod">
            <ac:chgData name="VanDenDriessche, Steven M (Federal)" userId="25ef35ff-a893-4ba2-b6b5-d9e16116b1ab" providerId="ADAL" clId="{4324992F-2AD4-4AE3-B4BD-B65D6660D0D8}" dt="2024-05-09T14:28:23.576" v="37"/>
            <ac:spMkLst>
              <pc:docMk/>
              <pc:sldMasterMk cId="1215197151" sldId="2147483660"/>
              <pc:sldLayoutMk cId="2265853193" sldId="2147483661"/>
              <ac:spMk id="26" creationId="{00000000-0000-0000-0000-000000000000}"/>
            </ac:spMkLst>
          </pc:spChg>
          <pc:spChg chg="mod">
            <ac:chgData name="VanDenDriessche, Steven M (Federal)" userId="25ef35ff-a893-4ba2-b6b5-d9e16116b1ab" providerId="ADAL" clId="{4324992F-2AD4-4AE3-B4BD-B65D6660D0D8}" dt="2024-05-09T14:28:23.576" v="37"/>
            <ac:spMkLst>
              <pc:docMk/>
              <pc:sldMasterMk cId="1215197151" sldId="2147483660"/>
              <pc:sldLayoutMk cId="2265853193" sldId="2147483661"/>
              <ac:spMk id="27" creationId="{00000000-0000-0000-0000-000000000000}"/>
            </ac:spMkLst>
          </pc:spChg>
          <pc:spChg chg="mod">
            <ac:chgData name="VanDenDriessche, Steven M (Federal)" userId="25ef35ff-a893-4ba2-b6b5-d9e16116b1ab" providerId="ADAL" clId="{4324992F-2AD4-4AE3-B4BD-B65D6660D0D8}" dt="2024-05-09T14:28:23.576" v="37"/>
            <ac:spMkLst>
              <pc:docMk/>
              <pc:sldMasterMk cId="1215197151" sldId="2147483660"/>
              <pc:sldLayoutMk cId="2265853193" sldId="2147483661"/>
              <ac:spMk id="28" creationId="{00000000-0000-0000-0000-000000000000}"/>
            </ac:spMkLst>
          </pc:spChg>
        </pc:sldLayoutChg>
        <pc:sldLayoutChg chg="modSp">
          <pc:chgData name="VanDenDriessche, Steven M (Federal)" userId="25ef35ff-a893-4ba2-b6b5-d9e16116b1ab" providerId="ADAL" clId="{4324992F-2AD4-4AE3-B4BD-B65D6660D0D8}" dt="2024-05-09T14:28:23.576" v="37"/>
          <pc:sldLayoutMkLst>
            <pc:docMk/>
            <pc:sldMasterMk cId="1215197151" sldId="2147483660"/>
            <pc:sldLayoutMk cId="3280961040" sldId="2147483663"/>
          </pc:sldLayoutMkLst>
          <pc:spChg chg="mod">
            <ac:chgData name="VanDenDriessche, Steven M (Federal)" userId="25ef35ff-a893-4ba2-b6b5-d9e16116b1ab" providerId="ADAL" clId="{4324992F-2AD4-4AE3-B4BD-B65D6660D0D8}" dt="2024-05-09T14:28:23.576" v="37"/>
            <ac:spMkLst>
              <pc:docMk/>
              <pc:sldMasterMk cId="1215197151" sldId="2147483660"/>
              <pc:sldLayoutMk cId="3280961040" sldId="2147483663"/>
              <ac:spMk id="47" creationId="{00000000-0000-0000-0000-000000000000}"/>
            </ac:spMkLst>
          </pc:spChg>
          <pc:spChg chg="mod">
            <ac:chgData name="VanDenDriessche, Steven M (Federal)" userId="25ef35ff-a893-4ba2-b6b5-d9e16116b1ab" providerId="ADAL" clId="{4324992F-2AD4-4AE3-B4BD-B65D6660D0D8}" dt="2024-05-09T14:28:23.576" v="37"/>
            <ac:spMkLst>
              <pc:docMk/>
              <pc:sldMasterMk cId="1215197151" sldId="2147483660"/>
              <pc:sldLayoutMk cId="3280961040" sldId="2147483663"/>
              <ac:spMk id="48" creationId="{00000000-0000-0000-0000-000000000000}"/>
            </ac:spMkLst>
          </pc:spChg>
        </pc:sldLayoutChg>
        <pc:sldLayoutChg chg="modSp">
          <pc:chgData name="VanDenDriessche, Steven M (Federal)" userId="25ef35ff-a893-4ba2-b6b5-d9e16116b1ab" providerId="ADAL" clId="{4324992F-2AD4-4AE3-B4BD-B65D6660D0D8}" dt="2024-05-09T14:28:23.576" v="37"/>
          <pc:sldLayoutMkLst>
            <pc:docMk/>
            <pc:sldMasterMk cId="1215197151" sldId="2147483660"/>
            <pc:sldLayoutMk cId="1677087329" sldId="2147483664"/>
          </pc:sldLayoutMkLst>
          <pc:spChg chg="mod">
            <ac:chgData name="VanDenDriessche, Steven M (Federal)" userId="25ef35ff-a893-4ba2-b6b5-d9e16116b1ab" providerId="ADAL" clId="{4324992F-2AD4-4AE3-B4BD-B65D6660D0D8}" dt="2024-05-09T14:28:23.576" v="37"/>
            <ac:spMkLst>
              <pc:docMk/>
              <pc:sldMasterMk cId="1215197151" sldId="2147483660"/>
              <pc:sldLayoutMk cId="1677087329" sldId="2147483664"/>
              <ac:spMk id="4" creationId="{51B685B5-FE1B-49B0-966B-878E627AD550}"/>
            </ac:spMkLst>
          </pc:spChg>
          <pc:spChg chg="mod">
            <ac:chgData name="VanDenDriessche, Steven M (Federal)" userId="25ef35ff-a893-4ba2-b6b5-d9e16116b1ab" providerId="ADAL" clId="{4324992F-2AD4-4AE3-B4BD-B65D6660D0D8}" dt="2024-05-09T14:28:23.576" v="37"/>
            <ac:spMkLst>
              <pc:docMk/>
              <pc:sldMasterMk cId="1215197151" sldId="2147483660"/>
              <pc:sldLayoutMk cId="1677087329" sldId="2147483664"/>
              <ac:spMk id="5" creationId="{0A1F37C7-8EEA-4571-A1C0-E4EE9FA06E1D}"/>
            </ac:spMkLst>
          </pc:spChg>
          <pc:spChg chg="mod">
            <ac:chgData name="VanDenDriessche, Steven M (Federal)" userId="25ef35ff-a893-4ba2-b6b5-d9e16116b1ab" providerId="ADAL" clId="{4324992F-2AD4-4AE3-B4BD-B65D6660D0D8}" dt="2024-05-09T14:28:23.576" v="37"/>
            <ac:spMkLst>
              <pc:docMk/>
              <pc:sldMasterMk cId="1215197151" sldId="2147483660"/>
              <pc:sldLayoutMk cId="1677087329" sldId="2147483664"/>
              <ac:spMk id="6" creationId="{29F54812-3384-4A7E-A459-C59BA8197268}"/>
            </ac:spMkLst>
          </pc:spChg>
          <pc:spChg chg="mod">
            <ac:chgData name="VanDenDriessche, Steven M (Federal)" userId="25ef35ff-a893-4ba2-b6b5-d9e16116b1ab" providerId="ADAL" clId="{4324992F-2AD4-4AE3-B4BD-B65D6660D0D8}" dt="2024-05-09T14:28:23.576" v="37"/>
            <ac:spMkLst>
              <pc:docMk/>
              <pc:sldMasterMk cId="1215197151" sldId="2147483660"/>
              <pc:sldLayoutMk cId="1677087329" sldId="2147483664"/>
              <ac:spMk id="7" creationId="{8C26525B-6403-4036-9359-C202367F5A71}"/>
            </ac:spMkLst>
          </pc:spChg>
        </pc:sldLayoutChg>
        <pc:sldLayoutChg chg="modSp">
          <pc:chgData name="VanDenDriessche, Steven M (Federal)" userId="25ef35ff-a893-4ba2-b6b5-d9e16116b1ab" providerId="ADAL" clId="{4324992F-2AD4-4AE3-B4BD-B65D6660D0D8}" dt="2024-05-09T14:28:23.576" v="37"/>
          <pc:sldLayoutMkLst>
            <pc:docMk/>
            <pc:sldMasterMk cId="1215197151" sldId="2147483660"/>
            <pc:sldLayoutMk cId="2073355602" sldId="2147483665"/>
          </pc:sldLayoutMkLst>
          <pc:spChg chg="mod">
            <ac:chgData name="VanDenDriessche, Steven M (Federal)" userId="25ef35ff-a893-4ba2-b6b5-d9e16116b1ab" providerId="ADAL" clId="{4324992F-2AD4-4AE3-B4BD-B65D6660D0D8}" dt="2024-05-09T14:28:23.576" v="37"/>
            <ac:spMkLst>
              <pc:docMk/>
              <pc:sldMasterMk cId="1215197151" sldId="2147483660"/>
              <pc:sldLayoutMk cId="2073355602" sldId="2147483665"/>
              <ac:spMk id="3" creationId="{6633383A-29BC-4DAD-A813-7A06818B46FF}"/>
            </ac:spMkLst>
          </pc:spChg>
          <pc:graphicFrameChg chg="mod">
            <ac:chgData name="VanDenDriessche, Steven M (Federal)" userId="25ef35ff-a893-4ba2-b6b5-d9e16116b1ab" providerId="ADAL" clId="{4324992F-2AD4-4AE3-B4BD-B65D6660D0D8}" dt="2024-05-09T14:28:23.576" v="37"/>
            <ac:graphicFrameMkLst>
              <pc:docMk/>
              <pc:sldMasterMk cId="1215197151" sldId="2147483660"/>
              <pc:sldLayoutMk cId="2073355602" sldId="2147483665"/>
              <ac:graphicFrameMk id="7" creationId="{8D4D4F2A-0AAB-47F2-9BF8-CB56A5A7B277}"/>
            </ac:graphicFrameMkLst>
          </pc:graphicFrameChg>
          <pc:graphicFrameChg chg="mod">
            <ac:chgData name="VanDenDriessche, Steven M (Federal)" userId="25ef35ff-a893-4ba2-b6b5-d9e16116b1ab" providerId="ADAL" clId="{4324992F-2AD4-4AE3-B4BD-B65D6660D0D8}" dt="2024-05-09T14:28:23.576" v="37"/>
            <ac:graphicFrameMkLst>
              <pc:docMk/>
              <pc:sldMasterMk cId="1215197151" sldId="2147483660"/>
              <pc:sldLayoutMk cId="2073355602" sldId="2147483665"/>
              <ac:graphicFrameMk id="8" creationId="{789F8988-2E59-4E9C-ABA6-9155E82B20FE}"/>
            </ac:graphicFrameMkLst>
          </pc:graphicFrameChg>
        </pc:sldLayoutChg>
        <pc:sldLayoutChg chg="modSp">
          <pc:chgData name="VanDenDriessche, Steven M (Federal)" userId="25ef35ff-a893-4ba2-b6b5-d9e16116b1ab" providerId="ADAL" clId="{4324992F-2AD4-4AE3-B4BD-B65D6660D0D8}" dt="2024-05-09T14:28:23.576" v="37"/>
          <pc:sldLayoutMkLst>
            <pc:docMk/>
            <pc:sldMasterMk cId="1215197151" sldId="2147483660"/>
            <pc:sldLayoutMk cId="258927904" sldId="2147483666"/>
          </pc:sldLayoutMkLst>
          <pc:graphicFrameChg chg="mod">
            <ac:chgData name="VanDenDriessche, Steven M (Federal)" userId="25ef35ff-a893-4ba2-b6b5-d9e16116b1ab" providerId="ADAL" clId="{4324992F-2AD4-4AE3-B4BD-B65D6660D0D8}" dt="2024-05-09T14:28:23.576" v="37"/>
            <ac:graphicFrameMkLst>
              <pc:docMk/>
              <pc:sldMasterMk cId="1215197151" sldId="2147483660"/>
              <pc:sldLayoutMk cId="258927904" sldId="2147483666"/>
              <ac:graphicFrameMk id="4" creationId="{DEDA6379-FFA5-4221-B304-16E6BFB74429}"/>
            </ac:graphicFrameMkLst>
          </pc:graphicFrameChg>
        </pc:sldLayoutChg>
        <pc:sldLayoutChg chg="modSp">
          <pc:chgData name="VanDenDriessche, Steven M (Federal)" userId="25ef35ff-a893-4ba2-b6b5-d9e16116b1ab" providerId="ADAL" clId="{4324992F-2AD4-4AE3-B4BD-B65D6660D0D8}" dt="2024-05-09T14:28:23.576" v="37"/>
          <pc:sldLayoutMkLst>
            <pc:docMk/>
            <pc:sldMasterMk cId="1215197151" sldId="2147483660"/>
            <pc:sldLayoutMk cId="719196851" sldId="2147483667"/>
          </pc:sldLayoutMkLst>
          <pc:spChg chg="mod">
            <ac:chgData name="VanDenDriessche, Steven M (Federal)" userId="25ef35ff-a893-4ba2-b6b5-d9e16116b1ab" providerId="ADAL" clId="{4324992F-2AD4-4AE3-B4BD-B65D6660D0D8}" dt="2024-05-09T14:28:23.576" v="37"/>
            <ac:spMkLst>
              <pc:docMk/>
              <pc:sldMasterMk cId="1215197151" sldId="2147483660"/>
              <pc:sldLayoutMk cId="719196851" sldId="2147483667"/>
              <ac:spMk id="15" creationId="{00000000-0000-0000-0000-000000000000}"/>
            </ac:spMkLst>
          </pc:spChg>
          <pc:spChg chg="mod">
            <ac:chgData name="VanDenDriessche, Steven M (Federal)" userId="25ef35ff-a893-4ba2-b6b5-d9e16116b1ab" providerId="ADAL" clId="{4324992F-2AD4-4AE3-B4BD-B65D6660D0D8}" dt="2024-05-09T14:28:23.576" v="37"/>
            <ac:spMkLst>
              <pc:docMk/>
              <pc:sldMasterMk cId="1215197151" sldId="2147483660"/>
              <pc:sldLayoutMk cId="719196851" sldId="2147483667"/>
              <ac:spMk id="16" creationId="{00000000-0000-0000-0000-000000000000}"/>
            </ac:spMkLst>
          </pc:spChg>
        </pc:sldLayoutChg>
      </pc:sldMasterChg>
      <pc:sldMasterChg chg="modSp modSldLayout">
        <pc:chgData name="VanDenDriessche, Steven M (Federal)" userId="25ef35ff-a893-4ba2-b6b5-d9e16116b1ab" providerId="ADAL" clId="{4324992F-2AD4-4AE3-B4BD-B65D6660D0D8}" dt="2024-05-09T14:28:23.576" v="37"/>
        <pc:sldMasterMkLst>
          <pc:docMk/>
          <pc:sldMasterMk cId="4181100586" sldId="2147483669"/>
        </pc:sldMasterMkLst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asterMk cId="4181100586" sldId="2147483669"/>
            <ac:spMk id="2" creationId="{6FE5FD6B-C848-B6A0-78C1-603A95853DF9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asterMk cId="4181100586" sldId="2147483669"/>
            <ac:spMk id="3" creationId="{CC386C3F-DAC7-A5E7-DCC9-5C8E591A4E2E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asterMk cId="4181100586" sldId="2147483669"/>
            <ac:spMk id="4" creationId="{CD576BF2-8F24-E853-5B0F-CB309844A724}"/>
          </ac:spMkLst>
        </pc:spChg>
        <pc:spChg chg="mod">
          <ac:chgData name="VanDenDriessche, Steven M (Federal)" userId="25ef35ff-a893-4ba2-b6b5-d9e16116b1ab" providerId="ADAL" clId="{4324992F-2AD4-4AE3-B4BD-B65D6660D0D8}" dt="2024-05-09T14:28:23.576" v="37"/>
          <ac:spMkLst>
            <pc:docMk/>
            <pc:sldMasterMk cId="4181100586" sldId="2147483669"/>
            <ac:spMk id="8" creationId="{AE483A63-F287-86C2-1C65-3F4AC33AD938}"/>
          </ac:spMkLst>
        </pc:spChg>
        <pc:picChg chg="mod">
          <ac:chgData name="VanDenDriessche, Steven M (Federal)" userId="25ef35ff-a893-4ba2-b6b5-d9e16116b1ab" providerId="ADAL" clId="{4324992F-2AD4-4AE3-B4BD-B65D6660D0D8}" dt="2024-05-09T14:28:23.576" v="37"/>
          <ac:picMkLst>
            <pc:docMk/>
            <pc:sldMasterMk cId="4181100586" sldId="2147483669"/>
            <ac:picMk id="7" creationId="{0A0F8ACE-CED3-05BB-CC33-EB6ACB4C3F5C}"/>
          </ac:picMkLst>
        </pc:picChg>
        <pc:cxnChg chg="mod">
          <ac:chgData name="VanDenDriessche, Steven M (Federal)" userId="25ef35ff-a893-4ba2-b6b5-d9e16116b1ab" providerId="ADAL" clId="{4324992F-2AD4-4AE3-B4BD-B65D6660D0D8}" dt="2024-05-09T14:28:23.576" v="37"/>
          <ac:cxnSpMkLst>
            <pc:docMk/>
            <pc:sldMasterMk cId="4181100586" sldId="2147483669"/>
            <ac:cxnSpMk id="22" creationId="{0F0B5A16-7A20-324F-71EA-772DB6BEFF4F}"/>
          </ac:cxnSpMkLst>
        </pc:cxnChg>
        <pc:cxnChg chg="mod">
          <ac:chgData name="VanDenDriessche, Steven M (Federal)" userId="25ef35ff-a893-4ba2-b6b5-d9e16116b1ab" providerId="ADAL" clId="{4324992F-2AD4-4AE3-B4BD-B65D6660D0D8}" dt="2024-05-09T14:28:23.576" v="37"/>
          <ac:cxnSpMkLst>
            <pc:docMk/>
            <pc:sldMasterMk cId="4181100586" sldId="2147483669"/>
            <ac:cxnSpMk id="27" creationId="{3E5EDA93-DF46-62CA-395D-976ABAA783B6}"/>
          </ac:cxnSpMkLst>
        </pc:cxnChg>
        <pc:cxnChg chg="mod">
          <ac:chgData name="VanDenDriessche, Steven M (Federal)" userId="25ef35ff-a893-4ba2-b6b5-d9e16116b1ab" providerId="ADAL" clId="{4324992F-2AD4-4AE3-B4BD-B65D6660D0D8}" dt="2024-05-09T14:28:23.576" v="37"/>
          <ac:cxnSpMkLst>
            <pc:docMk/>
            <pc:sldMasterMk cId="4181100586" sldId="2147483669"/>
            <ac:cxnSpMk id="29" creationId="{5A0FB703-3589-5F6F-6FA0-3F6258B11897}"/>
          </ac:cxnSpMkLst>
        </pc:cxnChg>
        <pc:sldLayoutChg chg="modSp">
          <pc:chgData name="VanDenDriessche, Steven M (Federal)" userId="25ef35ff-a893-4ba2-b6b5-d9e16116b1ab" providerId="ADAL" clId="{4324992F-2AD4-4AE3-B4BD-B65D6660D0D8}" dt="2024-05-09T14:28:23.576" v="37"/>
          <pc:sldLayoutMkLst>
            <pc:docMk/>
            <pc:sldMasterMk cId="4181100586" sldId="2147483669"/>
            <pc:sldLayoutMk cId="1184160260" sldId="2147483670"/>
          </pc:sldLayoutMkLst>
          <pc:spChg chg="mod">
            <ac:chgData name="VanDenDriessche, Steven M (Federal)" userId="25ef35ff-a893-4ba2-b6b5-d9e16116b1ab" providerId="ADAL" clId="{4324992F-2AD4-4AE3-B4BD-B65D6660D0D8}" dt="2024-05-09T14:28:23.576" v="37"/>
            <ac:spMkLst>
              <pc:docMk/>
              <pc:sldMasterMk cId="4181100586" sldId="2147483669"/>
              <pc:sldLayoutMk cId="1184160260" sldId="2147483670"/>
              <ac:spMk id="2" creationId="{6716E319-FD79-461E-E3D3-96746F4AB11E}"/>
            </ac:spMkLst>
          </pc:spChg>
          <pc:spChg chg="mod">
            <ac:chgData name="VanDenDriessche, Steven M (Federal)" userId="25ef35ff-a893-4ba2-b6b5-d9e16116b1ab" providerId="ADAL" clId="{4324992F-2AD4-4AE3-B4BD-B65D6660D0D8}" dt="2024-05-09T14:28:23.576" v="37"/>
            <ac:spMkLst>
              <pc:docMk/>
              <pc:sldMasterMk cId="4181100586" sldId="2147483669"/>
              <pc:sldLayoutMk cId="1184160260" sldId="2147483670"/>
              <ac:spMk id="3" creationId="{CEDEE20B-21AD-7E66-5851-BFB92598B7F3}"/>
            </ac:spMkLst>
          </pc:spChg>
        </pc:sldLayoutChg>
        <pc:sldLayoutChg chg="modSp">
          <pc:chgData name="VanDenDriessche, Steven M (Federal)" userId="25ef35ff-a893-4ba2-b6b5-d9e16116b1ab" providerId="ADAL" clId="{4324992F-2AD4-4AE3-B4BD-B65D6660D0D8}" dt="2024-05-09T14:28:23.576" v="37"/>
          <pc:sldLayoutMkLst>
            <pc:docMk/>
            <pc:sldMasterMk cId="4181100586" sldId="2147483669"/>
            <pc:sldLayoutMk cId="1673324974" sldId="2147483671"/>
          </pc:sldLayoutMkLst>
          <pc:spChg chg="mod">
            <ac:chgData name="VanDenDriessche, Steven M (Federal)" userId="25ef35ff-a893-4ba2-b6b5-d9e16116b1ab" providerId="ADAL" clId="{4324992F-2AD4-4AE3-B4BD-B65D6660D0D8}" dt="2024-05-09T14:28:23.576" v="37"/>
            <ac:spMkLst>
              <pc:docMk/>
              <pc:sldMasterMk cId="4181100586" sldId="2147483669"/>
              <pc:sldLayoutMk cId="1673324974" sldId="2147483671"/>
              <ac:spMk id="19" creationId="{00000000-0000-0000-0000-000000000000}"/>
            </ac:spMkLst>
          </pc:spChg>
        </pc:sldLayoutChg>
        <pc:sldLayoutChg chg="modSp">
          <pc:chgData name="VanDenDriessche, Steven M (Federal)" userId="25ef35ff-a893-4ba2-b6b5-d9e16116b1ab" providerId="ADAL" clId="{4324992F-2AD4-4AE3-B4BD-B65D6660D0D8}" dt="2024-05-09T14:28:23.576" v="37"/>
          <pc:sldLayoutMkLst>
            <pc:docMk/>
            <pc:sldMasterMk cId="4181100586" sldId="2147483669"/>
            <pc:sldLayoutMk cId="3626682831" sldId="2147483672"/>
          </pc:sldLayoutMkLst>
          <pc:spChg chg="mod">
            <ac:chgData name="VanDenDriessche, Steven M (Federal)" userId="25ef35ff-a893-4ba2-b6b5-d9e16116b1ab" providerId="ADAL" clId="{4324992F-2AD4-4AE3-B4BD-B65D6660D0D8}" dt="2024-05-09T14:28:23.576" v="37"/>
            <ac:spMkLst>
              <pc:docMk/>
              <pc:sldMasterMk cId="4181100586" sldId="2147483669"/>
              <pc:sldLayoutMk cId="3626682831" sldId="2147483672"/>
              <ac:spMk id="4" creationId="{805C5D25-4F85-B658-6B36-D9D9EC238EF3}"/>
            </ac:spMkLst>
          </pc:spChg>
        </pc:sldLayoutChg>
        <pc:sldLayoutChg chg="modSp">
          <pc:chgData name="VanDenDriessche, Steven M (Federal)" userId="25ef35ff-a893-4ba2-b6b5-d9e16116b1ab" providerId="ADAL" clId="{4324992F-2AD4-4AE3-B4BD-B65D6660D0D8}" dt="2024-05-09T14:28:23.576" v="37"/>
          <pc:sldLayoutMkLst>
            <pc:docMk/>
            <pc:sldMasterMk cId="4181100586" sldId="2147483669"/>
            <pc:sldLayoutMk cId="1708243182" sldId="2147483673"/>
          </pc:sldLayoutMkLst>
          <pc:spChg chg="mod">
            <ac:chgData name="VanDenDriessche, Steven M (Federal)" userId="25ef35ff-a893-4ba2-b6b5-d9e16116b1ab" providerId="ADAL" clId="{4324992F-2AD4-4AE3-B4BD-B65D6660D0D8}" dt="2024-05-09T14:28:23.576" v="37"/>
            <ac:spMkLst>
              <pc:docMk/>
              <pc:sldMasterMk cId="4181100586" sldId="2147483669"/>
              <pc:sldLayoutMk cId="1708243182" sldId="2147483673"/>
              <ac:spMk id="2" creationId="{CB855DD7-13B7-7A88-EC9B-7CA22D518D3A}"/>
            </ac:spMkLst>
          </pc:spChg>
          <pc:spChg chg="mod">
            <ac:chgData name="VanDenDriessche, Steven M (Federal)" userId="25ef35ff-a893-4ba2-b6b5-d9e16116b1ab" providerId="ADAL" clId="{4324992F-2AD4-4AE3-B4BD-B65D6660D0D8}" dt="2024-05-09T14:28:23.576" v="37"/>
            <ac:spMkLst>
              <pc:docMk/>
              <pc:sldMasterMk cId="4181100586" sldId="2147483669"/>
              <pc:sldLayoutMk cId="1708243182" sldId="2147483673"/>
              <ac:spMk id="3" creationId="{B066BDF7-374A-29A4-0BA8-8003DAB1B590}"/>
            </ac:spMkLst>
          </pc:spChg>
        </pc:sldLayoutChg>
        <pc:sldLayoutChg chg="modSp">
          <pc:chgData name="VanDenDriessche, Steven M (Federal)" userId="25ef35ff-a893-4ba2-b6b5-d9e16116b1ab" providerId="ADAL" clId="{4324992F-2AD4-4AE3-B4BD-B65D6660D0D8}" dt="2024-05-09T14:28:23.576" v="37"/>
          <pc:sldLayoutMkLst>
            <pc:docMk/>
            <pc:sldMasterMk cId="4181100586" sldId="2147483669"/>
            <pc:sldLayoutMk cId="1717873064" sldId="2147483674"/>
          </pc:sldLayoutMkLst>
          <pc:spChg chg="mod">
            <ac:chgData name="VanDenDriessche, Steven M (Federal)" userId="25ef35ff-a893-4ba2-b6b5-d9e16116b1ab" providerId="ADAL" clId="{4324992F-2AD4-4AE3-B4BD-B65D6660D0D8}" dt="2024-05-09T14:28:23.576" v="37"/>
            <ac:spMkLst>
              <pc:docMk/>
              <pc:sldMasterMk cId="4181100586" sldId="2147483669"/>
              <pc:sldLayoutMk cId="1717873064" sldId="2147483674"/>
              <ac:spMk id="8" creationId="{FE6E9D31-24D9-FD80-FF93-7D8F09E1E3DD}"/>
            </ac:spMkLst>
          </pc:spChg>
          <pc:spChg chg="mod">
            <ac:chgData name="VanDenDriessche, Steven M (Federal)" userId="25ef35ff-a893-4ba2-b6b5-d9e16116b1ab" providerId="ADAL" clId="{4324992F-2AD4-4AE3-B4BD-B65D6660D0D8}" dt="2024-05-09T14:28:23.576" v="37"/>
            <ac:spMkLst>
              <pc:docMk/>
              <pc:sldMasterMk cId="4181100586" sldId="2147483669"/>
              <pc:sldLayoutMk cId="1717873064" sldId="2147483674"/>
              <ac:spMk id="9" creationId="{94CDCCFE-EE0F-DE86-F074-E33EA758278F}"/>
            </ac:spMkLst>
          </pc:spChg>
          <pc:spChg chg="mod">
            <ac:chgData name="VanDenDriessche, Steven M (Federal)" userId="25ef35ff-a893-4ba2-b6b5-d9e16116b1ab" providerId="ADAL" clId="{4324992F-2AD4-4AE3-B4BD-B65D6660D0D8}" dt="2024-05-09T14:28:23.576" v="37"/>
            <ac:spMkLst>
              <pc:docMk/>
              <pc:sldMasterMk cId="4181100586" sldId="2147483669"/>
              <pc:sldLayoutMk cId="1717873064" sldId="2147483674"/>
              <ac:spMk id="10" creationId="{057E0274-FBE8-F497-4394-69DFD0AAC686}"/>
            </ac:spMkLst>
          </pc:spChg>
          <pc:spChg chg="mod">
            <ac:chgData name="VanDenDriessche, Steven M (Federal)" userId="25ef35ff-a893-4ba2-b6b5-d9e16116b1ab" providerId="ADAL" clId="{4324992F-2AD4-4AE3-B4BD-B65D6660D0D8}" dt="2024-05-09T14:28:23.576" v="37"/>
            <ac:spMkLst>
              <pc:docMk/>
              <pc:sldMasterMk cId="4181100586" sldId="2147483669"/>
              <pc:sldLayoutMk cId="1717873064" sldId="2147483674"/>
              <ac:spMk id="11" creationId="{7A282CC0-8047-7DBB-5FFE-3D61E663D2A3}"/>
            </ac:spMkLst>
          </pc:spChg>
        </pc:sldLayoutChg>
        <pc:sldLayoutChg chg="modSp">
          <pc:chgData name="VanDenDriessche, Steven M (Federal)" userId="25ef35ff-a893-4ba2-b6b5-d9e16116b1ab" providerId="ADAL" clId="{4324992F-2AD4-4AE3-B4BD-B65D6660D0D8}" dt="2024-05-09T14:28:23.576" v="37"/>
          <pc:sldLayoutMkLst>
            <pc:docMk/>
            <pc:sldMasterMk cId="4181100586" sldId="2147483669"/>
            <pc:sldLayoutMk cId="2399366949" sldId="2147483675"/>
          </pc:sldLayoutMkLst>
          <pc:spChg chg="mod">
            <ac:chgData name="VanDenDriessche, Steven M (Federal)" userId="25ef35ff-a893-4ba2-b6b5-d9e16116b1ab" providerId="ADAL" clId="{4324992F-2AD4-4AE3-B4BD-B65D6660D0D8}" dt="2024-05-09T14:28:23.576" v="37"/>
            <ac:spMkLst>
              <pc:docMk/>
              <pc:sldMasterMk cId="4181100586" sldId="2147483669"/>
              <pc:sldLayoutMk cId="2399366949" sldId="2147483675"/>
              <ac:spMk id="2" creationId="{F1ECE412-0668-4396-6153-0873BF8CE367}"/>
            </ac:spMkLst>
          </pc:spChg>
          <pc:spChg chg="mod">
            <ac:chgData name="VanDenDriessche, Steven M (Federal)" userId="25ef35ff-a893-4ba2-b6b5-d9e16116b1ab" providerId="ADAL" clId="{4324992F-2AD4-4AE3-B4BD-B65D6660D0D8}" dt="2024-05-09T14:28:23.576" v="37"/>
            <ac:spMkLst>
              <pc:docMk/>
              <pc:sldMasterMk cId="4181100586" sldId="2147483669"/>
              <pc:sldLayoutMk cId="2399366949" sldId="2147483675"/>
              <ac:spMk id="3" creationId="{445D9C37-E3EE-0C90-917A-B192933A0294}"/>
            </ac:spMkLst>
          </pc:spChg>
          <pc:spChg chg="mod">
            <ac:chgData name="VanDenDriessche, Steven M (Federal)" userId="25ef35ff-a893-4ba2-b6b5-d9e16116b1ab" providerId="ADAL" clId="{4324992F-2AD4-4AE3-B4BD-B65D6660D0D8}" dt="2024-05-09T14:28:23.576" v="37"/>
            <ac:spMkLst>
              <pc:docMk/>
              <pc:sldMasterMk cId="4181100586" sldId="2147483669"/>
              <pc:sldLayoutMk cId="2399366949" sldId="2147483675"/>
              <ac:spMk id="4" creationId="{2D09A606-ADED-8AB5-2327-8989472F8975}"/>
            </ac:spMkLst>
          </pc:spChg>
        </pc:sldLayoutChg>
        <pc:sldLayoutChg chg="modSp">
          <pc:chgData name="VanDenDriessche, Steven M (Federal)" userId="25ef35ff-a893-4ba2-b6b5-d9e16116b1ab" providerId="ADAL" clId="{4324992F-2AD4-4AE3-B4BD-B65D6660D0D8}" dt="2024-05-09T14:28:23.576" v="37"/>
          <pc:sldLayoutMkLst>
            <pc:docMk/>
            <pc:sldMasterMk cId="4181100586" sldId="2147483669"/>
            <pc:sldLayoutMk cId="2573021991" sldId="2147483676"/>
          </pc:sldLayoutMkLst>
          <pc:graphicFrameChg chg="mod">
            <ac:chgData name="VanDenDriessche, Steven M (Federal)" userId="25ef35ff-a893-4ba2-b6b5-d9e16116b1ab" providerId="ADAL" clId="{4324992F-2AD4-4AE3-B4BD-B65D6660D0D8}" dt="2024-05-09T14:28:23.576" v="37"/>
            <ac:graphicFrameMkLst>
              <pc:docMk/>
              <pc:sldMasterMk cId="4181100586" sldId="2147483669"/>
              <pc:sldLayoutMk cId="2573021991" sldId="2147483676"/>
              <ac:graphicFrameMk id="6" creationId="{3A19A0A2-3BA7-1274-A5CC-656CC282B2EC}"/>
            </ac:graphicFrameMkLst>
          </pc:graphicFrameChg>
          <pc:graphicFrameChg chg="mod">
            <ac:chgData name="VanDenDriessche, Steven M (Federal)" userId="25ef35ff-a893-4ba2-b6b5-d9e16116b1ab" providerId="ADAL" clId="{4324992F-2AD4-4AE3-B4BD-B65D6660D0D8}" dt="2024-05-09T14:28:23.576" v="37"/>
            <ac:graphicFrameMkLst>
              <pc:docMk/>
              <pc:sldMasterMk cId="4181100586" sldId="2147483669"/>
              <pc:sldLayoutMk cId="2573021991" sldId="2147483676"/>
              <ac:graphicFrameMk id="7" creationId="{682FD455-3754-D286-666E-78D572B284D2}"/>
            </ac:graphicFrameMkLst>
          </pc:graphicFrameChg>
        </pc:sldLayoutChg>
        <pc:sldLayoutChg chg="modSp">
          <pc:chgData name="VanDenDriessche, Steven M (Federal)" userId="25ef35ff-a893-4ba2-b6b5-d9e16116b1ab" providerId="ADAL" clId="{4324992F-2AD4-4AE3-B4BD-B65D6660D0D8}" dt="2024-05-09T14:28:23.576" v="37"/>
          <pc:sldLayoutMkLst>
            <pc:docMk/>
            <pc:sldMasterMk cId="4181100586" sldId="2147483669"/>
            <pc:sldLayoutMk cId="2453560911" sldId="2147483678"/>
          </pc:sldLayoutMkLst>
          <pc:spChg chg="mod">
            <ac:chgData name="VanDenDriessche, Steven M (Federal)" userId="25ef35ff-a893-4ba2-b6b5-d9e16116b1ab" providerId="ADAL" clId="{4324992F-2AD4-4AE3-B4BD-B65D6660D0D8}" dt="2024-05-09T14:28:23.576" v="37"/>
            <ac:spMkLst>
              <pc:docMk/>
              <pc:sldMasterMk cId="4181100586" sldId="2147483669"/>
              <pc:sldLayoutMk cId="2453560911" sldId="2147483678"/>
              <ac:spMk id="3" creationId="{42A7F129-D101-F7CC-2A21-CB888312C405}"/>
            </ac:spMkLst>
          </pc:spChg>
          <pc:graphicFrameChg chg="mod">
            <ac:chgData name="VanDenDriessche, Steven M (Federal)" userId="25ef35ff-a893-4ba2-b6b5-d9e16116b1ab" providerId="ADAL" clId="{4324992F-2AD4-4AE3-B4BD-B65D6660D0D8}" dt="2024-05-09T14:28:23.576" v="37"/>
            <ac:graphicFrameMkLst>
              <pc:docMk/>
              <pc:sldMasterMk cId="4181100586" sldId="2147483669"/>
              <pc:sldLayoutMk cId="2453560911" sldId="2147483678"/>
              <ac:graphicFrameMk id="2" creationId="{8FDE61EF-55FE-0E95-84E6-9DCE140A4D23}"/>
            </ac:graphicFrameMkLst>
          </pc:graphicFrameChg>
        </pc:sldLayoutChg>
        <pc:sldLayoutChg chg="modSp">
          <pc:chgData name="VanDenDriessche, Steven M (Federal)" userId="25ef35ff-a893-4ba2-b6b5-d9e16116b1ab" providerId="ADAL" clId="{4324992F-2AD4-4AE3-B4BD-B65D6660D0D8}" dt="2024-05-09T14:28:23.576" v="37"/>
          <pc:sldLayoutMkLst>
            <pc:docMk/>
            <pc:sldMasterMk cId="4181100586" sldId="2147483669"/>
            <pc:sldLayoutMk cId="1465622907" sldId="2147483679"/>
          </pc:sldLayoutMkLst>
          <pc:spChg chg="mod">
            <ac:chgData name="VanDenDriessche, Steven M (Federal)" userId="25ef35ff-a893-4ba2-b6b5-d9e16116b1ab" providerId="ADAL" clId="{4324992F-2AD4-4AE3-B4BD-B65D6660D0D8}" dt="2024-05-09T14:28:23.576" v="37"/>
            <ac:spMkLst>
              <pc:docMk/>
              <pc:sldMasterMk cId="4181100586" sldId="2147483669"/>
              <pc:sldLayoutMk cId="1465622907" sldId="2147483679"/>
              <ac:spMk id="2" creationId="{616C5BAB-71EB-1D77-2B1B-1C8C7B9AF738}"/>
            </ac:spMkLst>
          </pc:spChg>
          <pc:spChg chg="mod">
            <ac:chgData name="VanDenDriessche, Steven M (Federal)" userId="25ef35ff-a893-4ba2-b6b5-d9e16116b1ab" providerId="ADAL" clId="{4324992F-2AD4-4AE3-B4BD-B65D6660D0D8}" dt="2024-05-09T14:28:23.576" v="37"/>
            <ac:spMkLst>
              <pc:docMk/>
              <pc:sldMasterMk cId="4181100586" sldId="2147483669"/>
              <pc:sldLayoutMk cId="1465622907" sldId="2147483679"/>
              <ac:spMk id="3" creationId="{A394DBC6-88CA-B757-0869-D7D045C6B1D2}"/>
            </ac:spMkLst>
          </pc:spChg>
          <pc:spChg chg="mod">
            <ac:chgData name="VanDenDriessche, Steven M (Federal)" userId="25ef35ff-a893-4ba2-b6b5-d9e16116b1ab" providerId="ADAL" clId="{4324992F-2AD4-4AE3-B4BD-B65D6660D0D8}" dt="2024-05-09T14:28:23.576" v="37"/>
            <ac:spMkLst>
              <pc:docMk/>
              <pc:sldMasterMk cId="4181100586" sldId="2147483669"/>
              <pc:sldLayoutMk cId="1465622907" sldId="2147483679"/>
              <ac:spMk id="4" creationId="{B0E8A4A6-5609-D8D2-E43E-43E08E8138E6}"/>
            </ac:spMkLst>
          </pc:spChg>
        </pc:sldLayoutChg>
        <pc:sldLayoutChg chg="modSp">
          <pc:chgData name="VanDenDriessche, Steven M (Federal)" userId="25ef35ff-a893-4ba2-b6b5-d9e16116b1ab" providerId="ADAL" clId="{4324992F-2AD4-4AE3-B4BD-B65D6660D0D8}" dt="2024-05-09T14:28:23.576" v="37"/>
          <pc:sldLayoutMkLst>
            <pc:docMk/>
            <pc:sldMasterMk cId="4181100586" sldId="2147483669"/>
            <pc:sldLayoutMk cId="1071418936" sldId="2147483680"/>
          </pc:sldLayoutMkLst>
          <pc:spChg chg="mod">
            <ac:chgData name="VanDenDriessche, Steven M (Federal)" userId="25ef35ff-a893-4ba2-b6b5-d9e16116b1ab" providerId="ADAL" clId="{4324992F-2AD4-4AE3-B4BD-B65D6660D0D8}" dt="2024-05-09T14:28:23.576" v="37"/>
            <ac:spMkLst>
              <pc:docMk/>
              <pc:sldMasterMk cId="4181100586" sldId="2147483669"/>
              <pc:sldLayoutMk cId="1071418936" sldId="2147483680"/>
              <ac:spMk id="2" creationId="{92078493-6159-69D2-5DD9-A50A3B74D4D0}"/>
            </ac:spMkLst>
          </pc:spChg>
          <pc:spChg chg="mod">
            <ac:chgData name="VanDenDriessche, Steven M (Federal)" userId="25ef35ff-a893-4ba2-b6b5-d9e16116b1ab" providerId="ADAL" clId="{4324992F-2AD4-4AE3-B4BD-B65D6660D0D8}" dt="2024-05-09T14:28:23.576" v="37"/>
            <ac:spMkLst>
              <pc:docMk/>
              <pc:sldMasterMk cId="4181100586" sldId="2147483669"/>
              <pc:sldLayoutMk cId="1071418936" sldId="2147483680"/>
              <ac:spMk id="3" creationId="{0942D57D-316B-C892-7F27-8795B778C187}"/>
            </ac:spMkLst>
          </pc:spChg>
          <pc:spChg chg="mod">
            <ac:chgData name="VanDenDriessche, Steven M (Federal)" userId="25ef35ff-a893-4ba2-b6b5-d9e16116b1ab" providerId="ADAL" clId="{4324992F-2AD4-4AE3-B4BD-B65D6660D0D8}" dt="2024-05-09T14:28:23.576" v="37"/>
            <ac:spMkLst>
              <pc:docMk/>
              <pc:sldMasterMk cId="4181100586" sldId="2147483669"/>
              <pc:sldLayoutMk cId="1071418936" sldId="2147483680"/>
              <ac:spMk id="4" creationId="{417A8906-BF98-1DEF-D87C-199E04A0EFC1}"/>
            </ac:spMkLst>
          </pc:spChg>
        </pc:sldLayoutChg>
        <pc:sldLayoutChg chg="modSp">
          <pc:chgData name="VanDenDriessche, Steven M (Federal)" userId="25ef35ff-a893-4ba2-b6b5-d9e16116b1ab" providerId="ADAL" clId="{4324992F-2AD4-4AE3-B4BD-B65D6660D0D8}" dt="2024-05-09T14:28:23.576" v="37"/>
          <pc:sldLayoutMkLst>
            <pc:docMk/>
            <pc:sldMasterMk cId="4181100586" sldId="2147483669"/>
            <pc:sldLayoutMk cId="21703133" sldId="2147483682"/>
          </pc:sldLayoutMkLst>
          <pc:spChg chg="mod">
            <ac:chgData name="VanDenDriessche, Steven M (Federal)" userId="25ef35ff-a893-4ba2-b6b5-d9e16116b1ab" providerId="ADAL" clId="{4324992F-2AD4-4AE3-B4BD-B65D6660D0D8}" dt="2024-05-09T14:28:23.576" v="37"/>
            <ac:spMkLst>
              <pc:docMk/>
              <pc:sldMasterMk cId="4181100586" sldId="2147483669"/>
              <pc:sldLayoutMk cId="21703133" sldId="2147483682"/>
              <ac:spMk id="2" creationId="{4DDFF3B6-7FB1-5279-7083-B0DBA2A28647}"/>
            </ac:spMkLst>
          </pc:spChg>
          <pc:spChg chg="mod">
            <ac:chgData name="VanDenDriessche, Steven M (Federal)" userId="25ef35ff-a893-4ba2-b6b5-d9e16116b1ab" providerId="ADAL" clId="{4324992F-2AD4-4AE3-B4BD-B65D6660D0D8}" dt="2024-05-09T14:28:23.576" v="37"/>
            <ac:spMkLst>
              <pc:docMk/>
              <pc:sldMasterMk cId="4181100586" sldId="2147483669"/>
              <pc:sldLayoutMk cId="21703133" sldId="2147483682"/>
              <ac:spMk id="3" creationId="{7DC7B1D1-8DA9-D521-207E-7ABC6B2C6CCB}"/>
            </ac:spMkLst>
          </pc:spChg>
          <pc:spChg chg="mod">
            <ac:chgData name="VanDenDriessche, Steven M (Federal)" userId="25ef35ff-a893-4ba2-b6b5-d9e16116b1ab" providerId="ADAL" clId="{4324992F-2AD4-4AE3-B4BD-B65D6660D0D8}" dt="2024-05-09T14:28:23.576" v="37"/>
            <ac:spMkLst>
              <pc:docMk/>
              <pc:sldMasterMk cId="4181100586" sldId="2147483669"/>
              <pc:sldLayoutMk cId="21703133" sldId="2147483682"/>
              <ac:spMk id="4" creationId="{D787327D-2936-30F0-FA6B-0396585BD7EC}"/>
            </ac:spMkLst>
          </pc:spChg>
          <pc:spChg chg="mod">
            <ac:chgData name="VanDenDriessche, Steven M (Federal)" userId="25ef35ff-a893-4ba2-b6b5-d9e16116b1ab" providerId="ADAL" clId="{4324992F-2AD4-4AE3-B4BD-B65D6660D0D8}" dt="2024-05-09T14:28:23.576" v="37"/>
            <ac:spMkLst>
              <pc:docMk/>
              <pc:sldMasterMk cId="4181100586" sldId="2147483669"/>
              <pc:sldLayoutMk cId="21703133" sldId="2147483682"/>
              <ac:spMk id="5" creationId="{E5B294F5-BE77-6FB7-143A-CE4D057782E3}"/>
            </ac:spMkLst>
          </pc:spChg>
        </pc:sldLayoutChg>
        <pc:sldLayoutChg chg="modSp">
          <pc:chgData name="VanDenDriessche, Steven M (Federal)" userId="25ef35ff-a893-4ba2-b6b5-d9e16116b1ab" providerId="ADAL" clId="{4324992F-2AD4-4AE3-B4BD-B65D6660D0D8}" dt="2024-05-09T14:28:23.576" v="37"/>
          <pc:sldLayoutMkLst>
            <pc:docMk/>
            <pc:sldMasterMk cId="4181100586" sldId="2147483669"/>
            <pc:sldLayoutMk cId="2943698330" sldId="2147483683"/>
          </pc:sldLayoutMkLst>
          <pc:spChg chg="mod">
            <ac:chgData name="VanDenDriessche, Steven M (Federal)" userId="25ef35ff-a893-4ba2-b6b5-d9e16116b1ab" providerId="ADAL" clId="{4324992F-2AD4-4AE3-B4BD-B65D6660D0D8}" dt="2024-05-09T14:28:23.576" v="37"/>
            <ac:spMkLst>
              <pc:docMk/>
              <pc:sldMasterMk cId="4181100586" sldId="2147483669"/>
              <pc:sldLayoutMk cId="2943698330" sldId="2147483683"/>
              <ac:spMk id="22" creationId="{00000000-0000-0000-0000-000000000000}"/>
            </ac:spMkLst>
          </pc:spChg>
          <pc:spChg chg="mod">
            <ac:chgData name="VanDenDriessche, Steven M (Federal)" userId="25ef35ff-a893-4ba2-b6b5-d9e16116b1ab" providerId="ADAL" clId="{4324992F-2AD4-4AE3-B4BD-B65D6660D0D8}" dt="2024-05-09T14:28:23.576" v="37"/>
            <ac:spMkLst>
              <pc:docMk/>
              <pc:sldMasterMk cId="4181100586" sldId="2147483669"/>
              <pc:sldLayoutMk cId="2943698330" sldId="2147483683"/>
              <ac:spMk id="23" creationId="{00000000-0000-0000-0000-000000000000}"/>
            </ac:spMkLst>
          </pc:spChg>
        </pc:sldLayoutChg>
        <pc:sldLayoutChg chg="modSp">
          <pc:chgData name="VanDenDriessche, Steven M (Federal)" userId="25ef35ff-a893-4ba2-b6b5-d9e16116b1ab" providerId="ADAL" clId="{4324992F-2AD4-4AE3-B4BD-B65D6660D0D8}" dt="2024-05-09T14:28:23.576" v="37"/>
          <pc:sldLayoutMkLst>
            <pc:docMk/>
            <pc:sldMasterMk cId="4181100586" sldId="2147483669"/>
            <pc:sldLayoutMk cId="2575295398" sldId="2147483684"/>
          </pc:sldLayoutMkLst>
          <pc:spChg chg="mod">
            <ac:chgData name="VanDenDriessche, Steven M (Federal)" userId="25ef35ff-a893-4ba2-b6b5-d9e16116b1ab" providerId="ADAL" clId="{4324992F-2AD4-4AE3-B4BD-B65D6660D0D8}" dt="2024-05-09T14:28:23.576" v="37"/>
            <ac:spMkLst>
              <pc:docMk/>
              <pc:sldMasterMk cId="4181100586" sldId="2147483669"/>
              <pc:sldLayoutMk cId="2575295398" sldId="2147483684"/>
              <ac:spMk id="22" creationId="{00000000-0000-0000-0000-000000000000}"/>
            </ac:spMkLst>
          </pc:spChg>
        </pc:sldLayoutChg>
        <pc:sldLayoutChg chg="modSp">
          <pc:chgData name="VanDenDriessche, Steven M (Federal)" userId="25ef35ff-a893-4ba2-b6b5-d9e16116b1ab" providerId="ADAL" clId="{4324992F-2AD4-4AE3-B4BD-B65D6660D0D8}" dt="2024-05-09T14:28:23.576" v="37"/>
          <pc:sldLayoutMkLst>
            <pc:docMk/>
            <pc:sldMasterMk cId="4181100586" sldId="2147483669"/>
            <pc:sldLayoutMk cId="3074945645" sldId="2147483685"/>
          </pc:sldLayoutMkLst>
          <pc:spChg chg="mod">
            <ac:chgData name="VanDenDriessche, Steven M (Federal)" userId="25ef35ff-a893-4ba2-b6b5-d9e16116b1ab" providerId="ADAL" clId="{4324992F-2AD4-4AE3-B4BD-B65D6660D0D8}" dt="2024-05-09T14:28:23.576" v="37"/>
            <ac:spMkLst>
              <pc:docMk/>
              <pc:sldMasterMk cId="4181100586" sldId="2147483669"/>
              <pc:sldLayoutMk cId="3074945645" sldId="2147483685"/>
              <ac:spMk id="2" creationId="{BF83F37B-08E1-403A-547A-107422E1BEAF}"/>
            </ac:spMkLst>
          </pc:spChg>
          <pc:spChg chg="mod">
            <ac:chgData name="VanDenDriessche, Steven M (Federal)" userId="25ef35ff-a893-4ba2-b6b5-d9e16116b1ab" providerId="ADAL" clId="{4324992F-2AD4-4AE3-B4BD-B65D6660D0D8}" dt="2024-05-09T14:28:23.576" v="37"/>
            <ac:spMkLst>
              <pc:docMk/>
              <pc:sldMasterMk cId="4181100586" sldId="2147483669"/>
              <pc:sldLayoutMk cId="3074945645" sldId="2147483685"/>
              <ac:spMk id="3" creationId="{71527E39-EA2E-5843-2880-526B3CC8B17F}"/>
            </ac:spMkLst>
          </pc:spChg>
          <pc:spChg chg="mod">
            <ac:chgData name="VanDenDriessche, Steven M (Federal)" userId="25ef35ff-a893-4ba2-b6b5-d9e16116b1ab" providerId="ADAL" clId="{4324992F-2AD4-4AE3-B4BD-B65D6660D0D8}" dt="2024-05-09T14:28:23.576" v="37"/>
            <ac:spMkLst>
              <pc:docMk/>
              <pc:sldMasterMk cId="4181100586" sldId="2147483669"/>
              <pc:sldLayoutMk cId="3074945645" sldId="2147483685"/>
              <ac:spMk id="22" creationId="{00000000-0000-0000-0000-000000000000}"/>
            </ac:spMkLst>
          </pc:spChg>
          <pc:spChg chg="mod">
            <ac:chgData name="VanDenDriessche, Steven M (Federal)" userId="25ef35ff-a893-4ba2-b6b5-d9e16116b1ab" providerId="ADAL" clId="{4324992F-2AD4-4AE3-B4BD-B65D6660D0D8}" dt="2024-05-09T14:28:23.576" v="37"/>
            <ac:spMkLst>
              <pc:docMk/>
              <pc:sldMasterMk cId="4181100586" sldId="2147483669"/>
              <pc:sldLayoutMk cId="3074945645" sldId="2147483685"/>
              <ac:spMk id="23" creationId="{00000000-0000-0000-0000-000000000000}"/>
            </ac:spMkLst>
          </pc:spChg>
        </pc:sldLayoutChg>
        <pc:sldLayoutChg chg="modSp">
          <pc:chgData name="VanDenDriessche, Steven M (Federal)" userId="25ef35ff-a893-4ba2-b6b5-d9e16116b1ab" providerId="ADAL" clId="{4324992F-2AD4-4AE3-B4BD-B65D6660D0D8}" dt="2024-05-09T14:28:23.576" v="37"/>
          <pc:sldLayoutMkLst>
            <pc:docMk/>
            <pc:sldMasterMk cId="4181100586" sldId="2147483669"/>
            <pc:sldLayoutMk cId="935501157" sldId="2147483686"/>
          </pc:sldLayoutMkLst>
          <pc:spChg chg="mod">
            <ac:chgData name="VanDenDriessche, Steven M (Federal)" userId="25ef35ff-a893-4ba2-b6b5-d9e16116b1ab" providerId="ADAL" clId="{4324992F-2AD4-4AE3-B4BD-B65D6660D0D8}" dt="2024-05-09T14:28:23.576" v="37"/>
            <ac:spMkLst>
              <pc:docMk/>
              <pc:sldMasterMk cId="4181100586" sldId="2147483669"/>
              <pc:sldLayoutMk cId="935501157" sldId="2147483686"/>
              <ac:spMk id="4" creationId="{F09D5DD4-9308-EC82-251E-CA741384F5F8}"/>
            </ac:spMkLst>
          </pc:spChg>
          <pc:spChg chg="mod">
            <ac:chgData name="VanDenDriessche, Steven M (Federal)" userId="25ef35ff-a893-4ba2-b6b5-d9e16116b1ab" providerId="ADAL" clId="{4324992F-2AD4-4AE3-B4BD-B65D6660D0D8}" dt="2024-05-09T14:28:23.576" v="37"/>
            <ac:spMkLst>
              <pc:docMk/>
              <pc:sldMasterMk cId="4181100586" sldId="2147483669"/>
              <pc:sldLayoutMk cId="935501157" sldId="2147483686"/>
              <ac:spMk id="22" creationId="{00000000-0000-0000-0000-000000000000}"/>
            </ac:spMkLst>
          </pc:spChg>
          <pc:spChg chg="mod">
            <ac:chgData name="VanDenDriessche, Steven M (Federal)" userId="25ef35ff-a893-4ba2-b6b5-d9e16116b1ab" providerId="ADAL" clId="{4324992F-2AD4-4AE3-B4BD-B65D6660D0D8}" dt="2024-05-09T14:28:23.576" v="37"/>
            <ac:spMkLst>
              <pc:docMk/>
              <pc:sldMasterMk cId="4181100586" sldId="2147483669"/>
              <pc:sldLayoutMk cId="935501157" sldId="2147483686"/>
              <ac:spMk id="23" creationId="{00000000-0000-0000-0000-000000000000}"/>
            </ac:spMkLst>
          </pc:spChg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dPt>
            <c:idx val="0"/>
            <c:bubble3D val="0"/>
            <c:spPr>
              <a:solidFill>
                <a:srgbClr val="534AA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724-4FE4-BCA3-CF9C0C19F6E4}"/>
              </c:ext>
            </c:extLst>
          </c:dPt>
          <c:dPt>
            <c:idx val="1"/>
            <c:bubble3D val="0"/>
            <c:spPr>
              <a:solidFill>
                <a:srgbClr val="52A5D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724-4FE4-BCA3-CF9C0C19F6E4}"/>
              </c:ext>
            </c:extLst>
          </c:dPt>
          <c:dPt>
            <c:idx val="2"/>
            <c:bubble3D val="0"/>
            <c:spPr>
              <a:solidFill>
                <a:srgbClr val="00502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724-4FE4-BCA3-CF9C0C19F6E4}"/>
              </c:ext>
            </c:extLst>
          </c:dPt>
          <c:dPt>
            <c:idx val="3"/>
            <c:bubble3D val="0"/>
            <c:spPr>
              <a:solidFill>
                <a:srgbClr val="650D7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6724-4FE4-BCA3-CF9C0C19F6E4}"/>
              </c:ext>
            </c:extLst>
          </c:dPt>
          <c:dPt>
            <c:idx val="4"/>
            <c:bubble3D val="0"/>
            <c:spPr>
              <a:solidFill>
                <a:srgbClr val="ECB947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6724-4FE4-BCA3-CF9C0C19F6E4}"/>
              </c:ext>
            </c:extLst>
          </c:dPt>
          <c:dPt>
            <c:idx val="5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6724-4FE4-BCA3-CF9C0C19F6E4}"/>
              </c:ext>
            </c:extLst>
          </c:dPt>
          <c:dPt>
            <c:idx val="6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6724-4FE4-BCA3-CF9C0C19F6E4}"/>
              </c:ext>
            </c:extLst>
          </c:dPt>
          <c:dPt>
            <c:idx val="7"/>
            <c:bubble3D val="0"/>
            <c:spPr>
              <a:solidFill>
                <a:schemeClr val="bg1">
                  <a:lumMod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6724-4FE4-BCA3-CF9C0C19F6E4}"/>
              </c:ext>
            </c:extLst>
          </c:dPt>
          <c:dPt>
            <c:idx val="8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6724-4FE4-BCA3-CF9C0C19F6E4}"/>
              </c:ext>
            </c:extLst>
          </c:dPt>
          <c:dPt>
            <c:idx val="9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3-6724-4FE4-BCA3-CF9C0C19F6E4}"/>
              </c:ext>
            </c:extLst>
          </c:dPt>
          <c:dLbls>
            <c:dLbl>
              <c:idx val="0"/>
              <c:layout>
                <c:manualLayout>
                  <c:x val="0.11061760219769719"/>
                  <c:y val="0.2438342252134455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0192952314586763"/>
                      <c:h val="8.598697430577770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6724-4FE4-BCA3-CF9C0C19F6E4}"/>
                </c:ext>
              </c:extLst>
            </c:dLbl>
            <c:dLbl>
              <c:idx val="1"/>
              <c:layout>
                <c:manualLayout>
                  <c:x val="-0.13750000000000001"/>
                  <c:y val="4.0625000000000001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724-4FE4-BCA3-CF9C0C19F6E4}"/>
                </c:ext>
              </c:extLst>
            </c:dLbl>
            <c:dLbl>
              <c:idx val="2"/>
              <c:layout>
                <c:manualLayout>
                  <c:x val="-0.24374999999999999"/>
                  <c:y val="8.1250000000000003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724-4FE4-BCA3-CF9C0C19F6E4}"/>
                </c:ext>
              </c:extLst>
            </c:dLbl>
            <c:dLbl>
              <c:idx val="3"/>
              <c:layout>
                <c:manualLayout>
                  <c:x val="-0.28749999999999998"/>
                  <c:y val="4.0625000000000001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724-4FE4-BCA3-CF9C0C19F6E4}"/>
                </c:ext>
              </c:extLst>
            </c:dLbl>
            <c:dLbl>
              <c:idx val="4"/>
              <c:layout>
                <c:manualLayout>
                  <c:x val="-0.34583333333333333"/>
                  <c:y val="-9.3750000000000291E-3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724-4FE4-BCA3-CF9C0C19F6E4}"/>
                </c:ext>
              </c:extLst>
            </c:dLbl>
            <c:dLbl>
              <c:idx val="5"/>
              <c:layout>
                <c:manualLayout>
                  <c:x val="0.13050838791300068"/>
                  <c:y val="-0.10956393340648214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6724-4FE4-BCA3-CF9C0C19F6E4}"/>
                </c:ext>
              </c:extLst>
            </c:dLbl>
            <c:dLbl>
              <c:idx val="6"/>
              <c:layout>
                <c:manualLayout>
                  <c:x val="0.16923240698079559"/>
                  <c:y val="-6.1572116726334856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6724-4FE4-BCA3-CF9C0C19F6E4}"/>
                </c:ext>
              </c:extLst>
            </c:dLbl>
            <c:dLbl>
              <c:idx val="7"/>
              <c:layout>
                <c:manualLayout>
                  <c:x val="0.19830615596061379"/>
                  <c:y val="-1.8959754695625681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6724-4FE4-BCA3-CF9C0C19F6E4}"/>
                </c:ext>
              </c:extLst>
            </c:dLbl>
            <c:dLbl>
              <c:idx val="8"/>
              <c:layout>
                <c:manualLayout>
                  <c:x val="0.31777639347541869"/>
                  <c:y val="2.824740566487699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noAutofit/>
                </a:bodyPr>
                <a:lstStyle/>
                <a:p>
                  <a:pPr algn="l">
                    <a:defRPr sz="1197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586466535433067"/>
                      <c:h val="7.349999999999999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1-6724-4FE4-BCA3-CF9C0C19F6E4}"/>
                </c:ext>
              </c:extLst>
            </c:dLbl>
            <c:dLbl>
              <c:idx val="9"/>
              <c:layout>
                <c:manualLayout>
                  <c:x val="0.35472583409029124"/>
                  <c:y val="9.1386949370699896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noAutofit/>
                </a:bodyPr>
                <a:lstStyle/>
                <a:p>
                  <a:pPr algn="l">
                    <a:defRPr sz="1197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724999999999998"/>
                      <c:h val="6.412499999999998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3-6724-4FE4-BCA3-CF9C0C19F6E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l"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Sheet1!$A$2:$A$11</c:f>
              <c:strCache>
                <c:ptCount val="10"/>
                <c:pt idx="0">
                  <c:v>How Revenue Works</c:v>
                </c:pt>
                <c:pt idx="1">
                  <c:v>Home</c:v>
                </c:pt>
                <c:pt idx="2">
                  <c:v>Downloads</c:v>
                </c:pt>
                <c:pt idx="3">
                  <c:v>Query Data</c:v>
                </c:pt>
                <c:pt idx="4">
                  <c:v>Explore</c:v>
                </c:pt>
                <c:pt idx="5">
                  <c:v>Glossary</c:v>
                </c:pt>
                <c:pt idx="6">
                  <c:v>Fact Sheet</c:v>
                </c:pt>
                <c:pt idx="7">
                  <c:v>About</c:v>
                </c:pt>
                <c:pt idx="8">
                  <c:v>Pattern Library</c:v>
                </c:pt>
                <c:pt idx="9">
                  <c:v>Search Results</c:v>
                </c:pt>
              </c:strCache>
            </c:strRef>
          </c:cat>
          <c:val>
            <c:numRef>
              <c:f>Sheet1!$B$2:$B$11</c:f>
              <c:numCache>
                <c:formatCode>#,##0</c:formatCode>
                <c:ptCount val="10"/>
                <c:pt idx="0">
                  <c:v>2741</c:v>
                </c:pt>
                <c:pt idx="1">
                  <c:v>1089</c:v>
                </c:pt>
                <c:pt idx="2">
                  <c:v>184</c:v>
                </c:pt>
                <c:pt idx="3">
                  <c:v>140</c:v>
                </c:pt>
                <c:pt idx="4">
                  <c:v>104</c:v>
                </c:pt>
                <c:pt idx="5">
                  <c:v>10</c:v>
                </c:pt>
                <c:pt idx="6">
                  <c:v>7</c:v>
                </c:pt>
                <c:pt idx="7">
                  <c:v>4</c:v>
                </c:pt>
                <c:pt idx="8">
                  <c:v>2</c:v>
                </c:pt>
                <c:pt idx="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6724-4FE4-BCA3-CF9C0C19F6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dPt>
            <c:idx val="0"/>
            <c:bubble3D val="0"/>
            <c:spPr>
              <a:solidFill>
                <a:srgbClr val="534AA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63C-4E9E-8C00-8448CE14B565}"/>
              </c:ext>
            </c:extLst>
          </c:dPt>
          <c:dPt>
            <c:idx val="1"/>
            <c:bubble3D val="0"/>
            <c:spPr>
              <a:solidFill>
                <a:srgbClr val="52A5D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63C-4E9E-8C00-8448CE14B565}"/>
              </c:ext>
            </c:extLst>
          </c:dPt>
          <c:dPt>
            <c:idx val="2"/>
            <c:bubble3D val="0"/>
            <c:spPr>
              <a:solidFill>
                <a:srgbClr val="00502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63C-4E9E-8C00-8448CE14B565}"/>
              </c:ext>
            </c:extLst>
          </c:dPt>
          <c:dPt>
            <c:idx val="3"/>
            <c:bubble3D val="0"/>
            <c:spPr>
              <a:solidFill>
                <a:srgbClr val="650D7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63C-4E9E-8C00-8448CE14B565}"/>
              </c:ext>
            </c:extLst>
          </c:dPt>
          <c:dPt>
            <c:idx val="4"/>
            <c:bubble3D val="0"/>
            <c:spPr>
              <a:solidFill>
                <a:srgbClr val="ECB947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363C-4E9E-8C00-8448CE14B565}"/>
              </c:ext>
            </c:extLst>
          </c:dPt>
          <c:dPt>
            <c:idx val="5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363C-4E9E-8C00-8448CE14B565}"/>
              </c:ext>
            </c:extLst>
          </c:dPt>
          <c:dPt>
            <c:idx val="6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363C-4E9E-8C00-8448CE14B565}"/>
              </c:ext>
            </c:extLst>
          </c:dPt>
          <c:dPt>
            <c:idx val="7"/>
            <c:bubble3D val="0"/>
            <c:spPr>
              <a:solidFill>
                <a:schemeClr val="bg1">
                  <a:lumMod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363C-4E9E-8C00-8448CE14B565}"/>
              </c:ext>
            </c:extLst>
          </c:dPt>
          <c:dPt>
            <c:idx val="8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363C-4E9E-8C00-8448CE14B565}"/>
              </c:ext>
            </c:extLst>
          </c:dPt>
          <c:dPt>
            <c:idx val="9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3-363C-4E9E-8C00-8448CE14B565}"/>
              </c:ext>
            </c:extLst>
          </c:dPt>
          <c:dLbls>
            <c:dLbl>
              <c:idx val="0"/>
              <c:layout>
                <c:manualLayout>
                  <c:x val="0.11061760219769719"/>
                  <c:y val="0.2438342252134455"/>
                </c:manualLayout>
              </c:layout>
              <c:tx>
                <c:rich>
                  <a:bodyPr/>
                  <a:lstStyle/>
                  <a:p>
                    <a:fld id="{6A524645-E75A-4971-8979-CE07917B91F6}" type="CATEGORYNAME">
                      <a:rPr lang="en-US">
                        <a:latin typeface="Verdana" panose="020B0604030504040204" pitchFamily="34" charset="0"/>
                      </a:rPr>
                      <a:pPr/>
                      <a:t>[CATEGORY NAME]</a:t>
                    </a:fld>
                    <a:r>
                      <a:rPr lang="en-US" baseline="0">
                        <a:latin typeface="Verdana" panose="020B0604030504040204" pitchFamily="34" charset="0"/>
                      </a:rPr>
                      <a:t>, </a:t>
                    </a:r>
                    <a:fld id="{A98A1773-E010-4A81-88E6-50774996F158}" type="VALUE">
                      <a:rPr lang="en-US" baseline="0">
                        <a:latin typeface="Verdana" panose="020B0604030504040204" pitchFamily="34" charset="0"/>
                      </a:rPr>
                      <a:pPr/>
                      <a:t>[VALUE]</a:t>
                    </a:fld>
                    <a:endParaRPr lang="en-US" baseline="0">
                      <a:latin typeface="Verdana" panose="020B0604030504040204" pitchFamily="34" charset="0"/>
                    </a:endParaRPr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0192952314586763"/>
                      <c:h val="8.5986974305777703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363C-4E9E-8C00-8448CE14B565}"/>
                </c:ext>
              </c:extLst>
            </c:dLbl>
            <c:dLbl>
              <c:idx val="1"/>
              <c:layout>
                <c:manualLayout>
                  <c:x val="-0.13750000000000001"/>
                  <c:y val="4.0625000000000001E-2"/>
                </c:manualLayout>
              </c:layout>
              <c:tx>
                <c:rich>
                  <a:bodyPr/>
                  <a:lstStyle/>
                  <a:p>
                    <a:fld id="{C9869785-C2E8-40D7-87ED-7202D0F489AA}" type="CATEGORYNAME">
                      <a:rPr lang="en-US">
                        <a:latin typeface="Verdana" panose="020B0604030504040204" pitchFamily="34" charset="0"/>
                      </a:rPr>
                      <a:pPr/>
                      <a:t>[CATEGORY NAME]</a:t>
                    </a:fld>
                    <a:r>
                      <a:rPr lang="en-US" baseline="0">
                        <a:latin typeface="Verdana" panose="020B0604030504040204" pitchFamily="34" charset="0"/>
                      </a:rPr>
                      <a:t>, </a:t>
                    </a:r>
                    <a:fld id="{7BAA7EA3-F62D-496B-840A-C3638CCE5C65}" type="VALUE">
                      <a:rPr lang="en-US" baseline="0">
                        <a:latin typeface="Verdana" panose="020B0604030504040204" pitchFamily="34" charset="0"/>
                      </a:rPr>
                      <a:pPr/>
                      <a:t>[VALUE]</a:t>
                    </a:fld>
                    <a:endParaRPr lang="en-US" baseline="0">
                      <a:latin typeface="Verdana" panose="020B0604030504040204" pitchFamily="34" charset="0"/>
                    </a:endParaRPr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363C-4E9E-8C00-8448CE14B565}"/>
                </c:ext>
              </c:extLst>
            </c:dLbl>
            <c:dLbl>
              <c:idx val="2"/>
              <c:layout>
                <c:manualLayout>
                  <c:x val="-0.24374999999999999"/>
                  <c:y val="8.1250000000000003E-2"/>
                </c:manualLayout>
              </c:layout>
              <c:tx>
                <c:rich>
                  <a:bodyPr/>
                  <a:lstStyle/>
                  <a:p>
                    <a:fld id="{EDDE9334-8417-4E4D-BE99-A57762D46E3E}" type="CATEGORYNAME">
                      <a:rPr lang="en-US">
                        <a:latin typeface="Verdana" panose="020B0604030504040204" pitchFamily="34" charset="0"/>
                      </a:rPr>
                      <a:pPr/>
                      <a:t>[CATEGORY NAME]</a:t>
                    </a:fld>
                    <a:r>
                      <a:rPr lang="en-US" baseline="0">
                        <a:latin typeface="Verdana" panose="020B0604030504040204" pitchFamily="34" charset="0"/>
                      </a:rPr>
                      <a:t>, </a:t>
                    </a:r>
                    <a:fld id="{9855923F-8077-4E4D-B4AE-BCBDFD78FBA8}" type="VALUE">
                      <a:rPr lang="en-US" baseline="0">
                        <a:latin typeface="Verdana" panose="020B0604030504040204" pitchFamily="34" charset="0"/>
                      </a:rPr>
                      <a:pPr/>
                      <a:t>[VALUE]</a:t>
                    </a:fld>
                    <a:endParaRPr lang="en-US" baseline="0">
                      <a:latin typeface="Verdana" panose="020B0604030504040204" pitchFamily="34" charset="0"/>
                    </a:endParaRPr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363C-4E9E-8C00-8448CE14B565}"/>
                </c:ext>
              </c:extLst>
            </c:dLbl>
            <c:dLbl>
              <c:idx val="3"/>
              <c:layout>
                <c:manualLayout>
                  <c:x val="-0.28749999999999998"/>
                  <c:y val="4.0625000000000001E-2"/>
                </c:manualLayout>
              </c:layout>
              <c:tx>
                <c:rich>
                  <a:bodyPr/>
                  <a:lstStyle/>
                  <a:p>
                    <a:fld id="{D3876083-D769-4A1E-92E6-87D71CA8A210}" type="CATEGORYNAME">
                      <a:rPr lang="en-US">
                        <a:latin typeface="Verdana" panose="020B0604030504040204" pitchFamily="34" charset="0"/>
                      </a:rPr>
                      <a:pPr/>
                      <a:t>[CATEGORY NAME]</a:t>
                    </a:fld>
                    <a:r>
                      <a:rPr lang="en-US" baseline="0">
                        <a:latin typeface="Verdana" panose="020B0604030504040204" pitchFamily="34" charset="0"/>
                      </a:rPr>
                      <a:t>, </a:t>
                    </a:r>
                    <a:fld id="{96593CB1-4FCB-45DD-8F61-6612649B08CC}" type="VALUE">
                      <a:rPr lang="en-US" baseline="0">
                        <a:latin typeface="Verdana" panose="020B0604030504040204" pitchFamily="34" charset="0"/>
                      </a:rPr>
                      <a:pPr/>
                      <a:t>[VALUE]</a:t>
                    </a:fld>
                    <a:endParaRPr lang="en-US" baseline="0">
                      <a:latin typeface="Verdana" panose="020B0604030504040204" pitchFamily="34" charset="0"/>
                    </a:endParaRPr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363C-4E9E-8C00-8448CE14B565}"/>
                </c:ext>
              </c:extLst>
            </c:dLbl>
            <c:dLbl>
              <c:idx val="4"/>
              <c:layout>
                <c:manualLayout>
                  <c:x val="-0.34583333333333333"/>
                  <c:y val="-9.3750000000000291E-3"/>
                </c:manualLayout>
              </c:layout>
              <c:tx>
                <c:rich>
                  <a:bodyPr/>
                  <a:lstStyle/>
                  <a:p>
                    <a:fld id="{A6A5AD1E-4E0A-4B24-8C6A-742F36FD05C7}" type="CATEGORYNAME">
                      <a:rPr lang="en-US">
                        <a:latin typeface="Verdana" panose="020B0604030504040204" pitchFamily="34" charset="0"/>
                      </a:rPr>
                      <a:pPr/>
                      <a:t>[CATEGORY NAME]</a:t>
                    </a:fld>
                    <a:r>
                      <a:rPr lang="en-US" baseline="0">
                        <a:latin typeface="Verdana" panose="020B0604030504040204" pitchFamily="34" charset="0"/>
                      </a:rPr>
                      <a:t>, </a:t>
                    </a:r>
                    <a:fld id="{F0D8A766-71DC-4503-8945-24144EBE4B3A}" type="VALUE">
                      <a:rPr lang="en-US" baseline="0">
                        <a:latin typeface="Verdana" panose="020B0604030504040204" pitchFamily="34" charset="0"/>
                      </a:rPr>
                      <a:pPr/>
                      <a:t>[VALUE]</a:t>
                    </a:fld>
                    <a:endParaRPr lang="en-US" baseline="0">
                      <a:latin typeface="Verdana" panose="020B0604030504040204" pitchFamily="34" charset="0"/>
                    </a:endParaRPr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9-363C-4E9E-8C00-8448CE14B565}"/>
                </c:ext>
              </c:extLst>
            </c:dLbl>
            <c:dLbl>
              <c:idx val="5"/>
              <c:layout>
                <c:manualLayout>
                  <c:x val="0.13050838791300068"/>
                  <c:y val="-0.10956393340648214"/>
                </c:manualLayout>
              </c:layout>
              <c:tx>
                <c:rich>
                  <a:bodyPr/>
                  <a:lstStyle/>
                  <a:p>
                    <a:fld id="{7211582D-7AE2-4E74-93EF-1A65393FAD6B}" type="CATEGORYNAME">
                      <a:rPr lang="en-US">
                        <a:latin typeface="Verdana" panose="020B0604030504040204" pitchFamily="34" charset="0"/>
                      </a:rPr>
                      <a:pPr/>
                      <a:t>[CATEGORY NAME]</a:t>
                    </a:fld>
                    <a:r>
                      <a:rPr lang="en-US" baseline="0">
                        <a:latin typeface="Verdana" panose="020B0604030504040204" pitchFamily="34" charset="0"/>
                      </a:rPr>
                      <a:t>, </a:t>
                    </a:r>
                    <a:fld id="{0CD1753E-322F-425C-A897-F555DA248F58}" type="VALUE">
                      <a:rPr lang="en-US" baseline="0">
                        <a:latin typeface="Verdana" panose="020B0604030504040204" pitchFamily="34" charset="0"/>
                      </a:rPr>
                      <a:pPr/>
                      <a:t>[VALUE]</a:t>
                    </a:fld>
                    <a:endParaRPr lang="en-US" baseline="0">
                      <a:latin typeface="Verdana" panose="020B0604030504040204" pitchFamily="34" charset="0"/>
                    </a:endParaRPr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B-363C-4E9E-8C00-8448CE14B565}"/>
                </c:ext>
              </c:extLst>
            </c:dLbl>
            <c:dLbl>
              <c:idx val="6"/>
              <c:layout>
                <c:manualLayout>
                  <c:x val="0.16923240698079559"/>
                  <c:y val="-6.1572116726334856E-2"/>
                </c:manualLayout>
              </c:layout>
              <c:tx>
                <c:rich>
                  <a:bodyPr/>
                  <a:lstStyle/>
                  <a:p>
                    <a:fld id="{C715C532-0F12-48FA-B9D3-30485978FBE2}" type="CATEGORYNAME">
                      <a:rPr lang="en-US">
                        <a:latin typeface="Verdana" panose="020B0604030504040204" pitchFamily="34" charset="0"/>
                      </a:rPr>
                      <a:pPr/>
                      <a:t>[CATEGORY NAME]</a:t>
                    </a:fld>
                    <a:r>
                      <a:rPr lang="en-US" baseline="0">
                        <a:latin typeface="Verdana" panose="020B0604030504040204" pitchFamily="34" charset="0"/>
                      </a:rPr>
                      <a:t>, </a:t>
                    </a:r>
                    <a:fld id="{C0C11B82-8E3E-4C3E-A43C-C2C57D3BD965}" type="VALUE">
                      <a:rPr lang="en-US" baseline="0">
                        <a:latin typeface="Verdana" panose="020B0604030504040204" pitchFamily="34" charset="0"/>
                      </a:rPr>
                      <a:pPr/>
                      <a:t>[VALUE]</a:t>
                    </a:fld>
                    <a:endParaRPr lang="en-US" baseline="0">
                      <a:latin typeface="Verdana" panose="020B0604030504040204" pitchFamily="34" charset="0"/>
                    </a:endParaRPr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D-363C-4E9E-8C00-8448CE14B565}"/>
                </c:ext>
              </c:extLst>
            </c:dLbl>
            <c:dLbl>
              <c:idx val="7"/>
              <c:layout>
                <c:manualLayout>
                  <c:x val="0.19830615596061379"/>
                  <c:y val="-1.8959754695625681E-2"/>
                </c:manualLayout>
              </c:layout>
              <c:tx>
                <c:rich>
                  <a:bodyPr/>
                  <a:lstStyle/>
                  <a:p>
                    <a:fld id="{39CC3E2E-7067-4B0E-860D-7C5428F5CCC9}" type="CATEGORYNAME">
                      <a:rPr lang="en-US">
                        <a:latin typeface="Verdana" panose="020B0604030504040204" pitchFamily="34" charset="0"/>
                      </a:rPr>
                      <a:pPr/>
                      <a:t>[CATEGORY NAME]</a:t>
                    </a:fld>
                    <a:r>
                      <a:rPr lang="en-US" baseline="0">
                        <a:latin typeface="Verdana" panose="020B0604030504040204" pitchFamily="34" charset="0"/>
                      </a:rPr>
                      <a:t>, </a:t>
                    </a:r>
                    <a:fld id="{BADE4607-FBBD-4D62-B7BC-5AD7E17EC062}" type="VALUE">
                      <a:rPr lang="en-US" baseline="0">
                        <a:latin typeface="Verdana" panose="020B0604030504040204" pitchFamily="34" charset="0"/>
                      </a:rPr>
                      <a:pPr/>
                      <a:t>[VALUE]</a:t>
                    </a:fld>
                    <a:endParaRPr lang="en-US" baseline="0">
                      <a:latin typeface="Verdana" panose="020B0604030504040204" pitchFamily="34" charset="0"/>
                    </a:endParaRPr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F-363C-4E9E-8C00-8448CE14B565}"/>
                </c:ext>
              </c:extLst>
            </c:dLbl>
            <c:dLbl>
              <c:idx val="8"/>
              <c:layout>
                <c:manualLayout>
                  <c:x val="0.31777639347541869"/>
                  <c:y val="2.824740566487699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0">
                    <a:noAutofit/>
                  </a:bodyPr>
                  <a:lstStyle/>
                  <a:p>
                    <a:pPr algn="l">
                      <a:defRPr sz="1197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48B74141-3F46-4697-B84E-4744DCC3B5B7}" type="CATEGORYNAME">
                      <a:rPr lang="en-US">
                        <a:latin typeface="Verdana" panose="020B0604030504040204" pitchFamily="34" charset="0"/>
                      </a:rPr>
                      <a:pPr algn="l">
                        <a:defRPr/>
                      </a:pPr>
                      <a:t>[CATEGORY NAME]</a:t>
                    </a:fld>
                    <a:r>
                      <a:rPr lang="en-US" baseline="0">
                        <a:latin typeface="Verdana" panose="020B0604030504040204" pitchFamily="34" charset="0"/>
                      </a:rPr>
                      <a:t>, </a:t>
                    </a:r>
                    <a:fld id="{7D8F412B-507B-44B9-AFFE-5978FED6DFFE}" type="VALUE">
                      <a:rPr lang="en-US" baseline="0">
                        <a:latin typeface="Verdana" panose="020B0604030504040204" pitchFamily="34" charset="0"/>
                      </a:rPr>
                      <a:pPr algn="l">
                        <a:defRPr/>
                      </a:pPr>
                      <a:t>[VALUE]</a:t>
                    </a:fld>
                    <a:endParaRPr lang="en-US" baseline="0">
                      <a:latin typeface="Verdana" panose="020B0604030504040204" pitchFamily="34" charset="0"/>
                    </a:endParaRP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noAutofit/>
                </a:bodyPr>
                <a:lstStyle/>
                <a:p>
                  <a:pPr algn="l">
                    <a:defRPr sz="1197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586466535433067"/>
                      <c:h val="7.3499999999999996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11-363C-4E9E-8C00-8448CE14B565}"/>
                </c:ext>
              </c:extLst>
            </c:dLbl>
            <c:dLbl>
              <c:idx val="9"/>
              <c:layout>
                <c:manualLayout>
                  <c:x val="0.35472583409029124"/>
                  <c:y val="9.1386949370699896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0">
                    <a:noAutofit/>
                  </a:bodyPr>
                  <a:lstStyle/>
                  <a:p>
                    <a:pPr algn="l">
                      <a:defRPr sz="1197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3D5CAC77-3B70-4F59-9C4E-1482B6EFAE0D}" type="CATEGORYNAME">
                      <a:rPr lang="en-US">
                        <a:latin typeface="Verdana" panose="020B0604030504040204" pitchFamily="34" charset="0"/>
                      </a:rPr>
                      <a:pPr algn="l">
                        <a:defRPr/>
                      </a:pPr>
                      <a:t>[CATEGORY NAME]</a:t>
                    </a:fld>
                    <a:r>
                      <a:rPr lang="en-US" baseline="0">
                        <a:latin typeface="Verdana" panose="020B0604030504040204" pitchFamily="34" charset="0"/>
                      </a:rPr>
                      <a:t>, </a:t>
                    </a:r>
                    <a:fld id="{4D925411-BFF6-4F7A-AB1B-C112E3C171F5}" type="VALUE">
                      <a:rPr lang="en-US" baseline="0">
                        <a:latin typeface="Verdana" panose="020B0604030504040204" pitchFamily="34" charset="0"/>
                      </a:rPr>
                      <a:pPr algn="l">
                        <a:defRPr/>
                      </a:pPr>
                      <a:t>[VALUE]</a:t>
                    </a:fld>
                    <a:endParaRPr lang="en-US" baseline="0">
                      <a:latin typeface="Verdana" panose="020B0604030504040204" pitchFamily="34" charset="0"/>
                    </a:endParaRP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noAutofit/>
                </a:bodyPr>
                <a:lstStyle/>
                <a:p>
                  <a:pPr algn="l">
                    <a:defRPr sz="1197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724999999999998"/>
                      <c:h val="6.4124999999999988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13-363C-4E9E-8C00-8448CE14B56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l"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Sheet1!$A$2:$A$11</c:f>
              <c:strCache>
                <c:ptCount val="10"/>
                <c:pt idx="0">
                  <c:v>How Revenue Works</c:v>
                </c:pt>
                <c:pt idx="1">
                  <c:v>Home</c:v>
                </c:pt>
                <c:pt idx="2">
                  <c:v>Downloads</c:v>
                </c:pt>
                <c:pt idx="3">
                  <c:v>Query Data</c:v>
                </c:pt>
                <c:pt idx="4">
                  <c:v>Explore</c:v>
                </c:pt>
                <c:pt idx="5">
                  <c:v>Glossary</c:v>
                </c:pt>
                <c:pt idx="6">
                  <c:v>Fact Sheet</c:v>
                </c:pt>
                <c:pt idx="7">
                  <c:v>About</c:v>
                </c:pt>
                <c:pt idx="8">
                  <c:v>Pattern Library</c:v>
                </c:pt>
                <c:pt idx="9">
                  <c:v>Search Results</c:v>
                </c:pt>
              </c:strCache>
            </c:strRef>
          </c:cat>
          <c:val>
            <c:numRef>
              <c:f>Sheet1!$B$2:$B$11</c:f>
              <c:numCache>
                <c:formatCode>#,##0</c:formatCode>
                <c:ptCount val="10"/>
                <c:pt idx="0">
                  <c:v>2741</c:v>
                </c:pt>
                <c:pt idx="1">
                  <c:v>1089</c:v>
                </c:pt>
                <c:pt idx="2">
                  <c:v>184</c:v>
                </c:pt>
                <c:pt idx="3">
                  <c:v>140</c:v>
                </c:pt>
                <c:pt idx="4">
                  <c:v>104</c:v>
                </c:pt>
                <c:pt idx="5">
                  <c:v>10</c:v>
                </c:pt>
                <c:pt idx="6">
                  <c:v>7</c:v>
                </c:pt>
                <c:pt idx="7">
                  <c:v>4</c:v>
                </c:pt>
                <c:pt idx="8">
                  <c:v>2</c:v>
                </c:pt>
                <c:pt idx="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363C-4E9E-8C00-8448CE14B5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4D11F2-F68A-483D-AD0A-96C0FB635EEB}" type="datetimeFigureOut">
              <a:rPr lang="en-US" smtClean="0"/>
              <a:t>5/20/2024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2E5F32-4F1A-41AF-ACBD-8412F9B95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6100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Some brief background and acknowledge sources for this presentation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E5F32-4F1A-41AF-ACBD-8412F9B954C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1097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E5F32-4F1A-41AF-ACBD-8412F9B954C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7293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E5F32-4F1A-41AF-ACBD-8412F9B954C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5284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E5F32-4F1A-41AF-ACBD-8412F9B954C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1596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E5F32-4F1A-41AF-ACBD-8412F9B954C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1307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E5F32-4F1A-41AF-ACBD-8412F9B954C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6194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E5F32-4F1A-41AF-ACBD-8412F9B954C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0345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E5F32-4F1A-41AF-ACBD-8412F9B954C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2048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E5F32-4F1A-41AF-ACBD-8412F9B954C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5425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E5F32-4F1A-41AF-ACBD-8412F9B954C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6289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E5F32-4F1A-41AF-ACBD-8412F9B954C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9700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E5F32-4F1A-41AF-ACBD-8412F9B954C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3059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E5F32-4F1A-41AF-ACBD-8412F9B954C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1595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E5F32-4F1A-41AF-ACBD-8412F9B954C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0463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T, E, 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E5F32-4F1A-41AF-ACBD-8412F9B954C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1401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T, E, 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E5F32-4F1A-41AF-ACBD-8412F9B954C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3374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T, E, 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E5F32-4F1A-41AF-ACBD-8412F9B954C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4040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T, E, 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E5F32-4F1A-41AF-ACBD-8412F9B954C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3078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Note: </a:t>
            </a:r>
            <a:r>
              <a:rPr lang="en-US" dirty="0" err="1"/>
              <a:t>model.matrix</a:t>
            </a:r>
            <a:r>
              <a:rPr lang="en-US" dirty="0"/>
              <a:t> creates a default “1” column to interact nicely with matrix multiplication for beta_0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E5F32-4F1A-41AF-ACBD-8412F9B954C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2162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aside on human interpretability</a:t>
            </a:r>
          </a:p>
          <a:p>
            <a:endParaRPr lang="en-US" dirty="0"/>
          </a:p>
          <a:p>
            <a:r>
              <a:rPr lang="en-US"/>
              <a:t>#### Add attribution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E5F32-4F1A-41AF-ACBD-8412F9B954C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7942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E5F32-4F1A-41AF-ACBD-8412F9B954C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7442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E5F32-4F1A-41AF-ACBD-8412F9B954C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00675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E5F32-4F1A-41AF-ACBD-8412F9B954C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7601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E5F32-4F1A-41AF-ACBD-8412F9B954C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1443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Note that this process of decreasing the cost = improving performance = learning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E5F32-4F1A-41AF-ACBD-8412F9B954C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89279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E5F32-4F1A-41AF-ACBD-8412F9B954C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71675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E5F32-4F1A-41AF-ACBD-8412F9B954C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00993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E5F32-4F1A-41AF-ACBD-8412F9B954C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87446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E5F32-4F1A-41AF-ACBD-8412F9B954C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40699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E5F32-4F1A-41AF-ACBD-8412F9B954C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47655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E5F32-4F1A-41AF-ACBD-8412F9B954C7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18248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E5F32-4F1A-41AF-ACBD-8412F9B954C7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57202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E5F32-4F1A-41AF-ACBD-8412F9B954C7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03987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E5F32-4F1A-41AF-ACBD-8412F9B954C7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75343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E5F32-4F1A-41AF-ACBD-8412F9B954C7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23247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- Biological inspiration for the perceptron (‘59)</a:t>
            </a:r>
          </a:p>
          <a:p>
            <a:r>
              <a:rPr lang="en-US" dirty="0"/>
              <a:t> - Note the “firing” nature and the options for the activation function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E5F32-4F1A-41AF-ACBD-8412F9B954C7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92061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- Biological inspiration for the perceptron (‘59)</a:t>
            </a:r>
          </a:p>
          <a:p>
            <a:r>
              <a:rPr lang="en-US" dirty="0"/>
              <a:t> - Note the “firing” nature and the options for the activation function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E5F32-4F1A-41AF-ACBD-8412F9B954C7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54077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The human brain contains about 10^11 neurons, each connected on average to 10,000 others.</a:t>
            </a:r>
          </a:p>
          <a:p>
            <a:pPr marL="171450" indent="-171450">
              <a:buFontTx/>
              <a:buChar char="-"/>
            </a:pPr>
            <a:r>
              <a:rPr lang="en-US" dirty="0"/>
              <a:t>Our networks today are going to be a little simpler.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E5F32-4F1A-41AF-ACBD-8412F9B954C7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33682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You can add an extra hidden layer</a:t>
            </a:r>
          </a:p>
          <a:p>
            <a:pPr marL="171450" indent="-171450">
              <a:buFontTx/>
              <a:buChar char="-"/>
            </a:pPr>
            <a:r>
              <a:rPr lang="en-US" dirty="0"/>
              <a:t>They could be “recurrent” where some outputs feed back as inputs to previous  nodes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E5F32-4F1A-41AF-ACBD-8412F9B954C7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25574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E5F32-4F1A-41AF-ACBD-8412F9B954C7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1413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E5F32-4F1A-41AF-ACBD-8412F9B954C7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33146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Acknowledge here that the code for this is very simple.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E5F32-4F1A-41AF-ACBD-8412F9B954C7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88967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Acknowledge here that the code for this is very simple.</a:t>
            </a:r>
          </a:p>
          <a:p>
            <a:r>
              <a:rPr lang="en-US" dirty="0"/>
              <a:t>Note that some of the other preprocessing includes scaling variables, organizing object dimensions,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E5F32-4F1A-41AF-ACBD-8412F9B954C7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31234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E5F32-4F1A-41AF-ACBD-8412F9B954C7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80233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E5F32-4F1A-41AF-ACBD-8412F9B954C7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31696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E5F32-4F1A-41AF-ACBD-8412F9B954C7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35912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E5F32-4F1A-41AF-ACBD-8412F9B954C7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29574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E5F32-4F1A-41AF-ACBD-8412F9B954C7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34546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E5F32-4F1A-41AF-ACBD-8412F9B954C7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57273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E5F32-4F1A-41AF-ACBD-8412F9B954C7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21817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are going to write code that will generalize to enabling more than 4 neurons in the hidden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E5F32-4F1A-41AF-ACBD-8412F9B954C7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45757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are going to write code that will generalize to enabling more than 4 neurons in the hidden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E5F32-4F1A-41AF-ACBD-8412F9B954C7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10652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Binary cross entropy (equivalent to </a:t>
            </a:r>
            <a:r>
              <a:rPr lang="en-US" dirty="0" err="1"/>
              <a:t>mle</a:t>
            </a:r>
            <a:r>
              <a:rPr lang="en-US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E5F32-4F1A-41AF-ACBD-8412F9B954C7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817745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E5F32-4F1A-41AF-ACBD-8412F9B954C7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57077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E5F32-4F1A-41AF-ACBD-8412F9B954C7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24163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E5F32-4F1A-41AF-ACBD-8412F9B954C7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83799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E5F32-4F1A-41AF-ACBD-8412F9B954C7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2465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E5F32-4F1A-41AF-ACBD-8412F9B954C7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086012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E5F32-4F1A-41AF-ACBD-8412F9B954C7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013506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E5F32-4F1A-41AF-ACBD-8412F9B954C7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534733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E5F32-4F1A-41AF-ACBD-8412F9B954C7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758694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E5F32-4F1A-41AF-ACBD-8412F9B954C7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804123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E5F32-4F1A-41AF-ACBD-8412F9B954C7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140553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E5F32-4F1A-41AF-ACBD-8412F9B954C7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41715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E5F32-4F1A-41AF-ACBD-8412F9B954C7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389160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E5F32-4F1A-41AF-ACBD-8412F9B954C7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801996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E5F32-4F1A-41AF-ACBD-8412F9B954C7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74252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E5F32-4F1A-41AF-ACBD-8412F9B954C7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155266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E5F32-4F1A-41AF-ACBD-8412F9B954C7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232689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E5F32-4F1A-41AF-ACBD-8412F9B954C7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029910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E5F32-4F1A-41AF-ACBD-8412F9B954C7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041104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E5F32-4F1A-41AF-ACBD-8412F9B954C7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768730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E5F32-4F1A-41AF-ACBD-8412F9B954C7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201158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2E5F32-4F1A-41AF-ACBD-8412F9B954C7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2770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570" lvl="0" indent="-42331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 typeface="Arial" panose="020B0604020202020204" pitchFamily="34" charset="0"/>
              <a:buChar char="•"/>
              <a:defRPr sz="1867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1219140" lvl="1" indent="-40638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09" lvl="2" indent="-40638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278" lvl="3" indent="-40638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848" lvl="4" indent="-40638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418" lvl="5" indent="-40638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6987" lvl="6" indent="-40638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557" lvl="7" indent="-40638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126" lvl="8" indent="-406381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570" lvl="0" indent="-42331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 typeface="Arial" panose="020B0604020202020204" pitchFamily="34" charset="0"/>
              <a:buChar char="•"/>
              <a:defRPr sz="1867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1219140" lvl="1" indent="-40638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09" lvl="2" indent="-40638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278" lvl="3" indent="-40638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848" lvl="4" indent="-40638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418" lvl="5" indent="-40638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6987" lvl="6" indent="-40638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557" lvl="7" indent="-40638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126" lvl="8" indent="-406381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65853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>
                <a:solidFill>
                  <a:schemeClr val="tx1"/>
                </a:solidFill>
                <a:latin typeface="+mj-lt"/>
                <a:ea typeface="Verdana" panose="020B0604030504040204" pitchFamily="34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8" name="Google Shape;48;p10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570" lvl="0" indent="-45717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800"/>
              <a:buChar char="●"/>
              <a:defRPr>
                <a:latin typeface="+mn-lt"/>
                <a:ea typeface="Verdana" panose="020B0604030504040204" pitchFamily="34" charset="0"/>
              </a:defRPr>
            </a:lvl1pPr>
            <a:lvl2pPr marL="1219140" lvl="1" indent="-423312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09" lvl="2" indent="-423312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278" lvl="3" indent="-423312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848" lvl="4" indent="-423312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418" lvl="5" indent="-423312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6987" lvl="6" indent="-423312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557" lvl="7" indent="-423312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126" lvl="8" indent="-423312" algn="ctr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80961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2092B-94E9-453E-9C06-AC4CBCAA0F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595959"/>
                </a:solidFill>
                <a:latin typeface="+mj-lt"/>
                <a:ea typeface="Verdana" panose="020B0604030504040204" pitchFamily="34" charset="0"/>
              </a:defRPr>
            </a:lvl1pPr>
          </a:lstStyle>
          <a:p>
            <a:r>
              <a:rPr lang="en-US"/>
              <a:t>Numbers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B685B5-FE1B-49B0-966B-878E627AD550}"/>
              </a:ext>
            </a:extLst>
          </p:cNvPr>
          <p:cNvSpPr txBox="1"/>
          <p:nvPr/>
        </p:nvSpPr>
        <p:spPr>
          <a:xfrm>
            <a:off x="89259" y="2731374"/>
            <a:ext cx="2757548" cy="1395318"/>
          </a:xfrm>
          <a:prstGeom prst="rect">
            <a:avLst/>
          </a:prstGeom>
          <a:noFill/>
        </p:spPr>
        <p:txBody>
          <a:bodyPr wrap="square" lIns="121920" tIns="60960" rIns="121920" bIns="60960" anchor="t">
            <a:spAutoFit/>
          </a:bodyPr>
          <a:lstStyle/>
          <a:p>
            <a:pPr algn="ctr"/>
            <a:r>
              <a:rPr lang="en-US" sz="5867" i="0">
                <a:solidFill>
                  <a:srgbClr val="534AAE"/>
                </a:solidFill>
                <a:effectLst/>
                <a:latin typeface="+mn-lt"/>
                <a:ea typeface="Verdana" panose="020B0604030504040204" pitchFamily="34" charset="0"/>
              </a:rPr>
              <a:t>3,385</a:t>
            </a:r>
          </a:p>
          <a:p>
            <a:pPr algn="ctr"/>
            <a:r>
              <a:rPr lang="en-US" sz="2400" i="0">
                <a:solidFill>
                  <a:schemeClr val="tx1"/>
                </a:solidFill>
                <a:effectLst/>
                <a:latin typeface="+mn-lt"/>
                <a:ea typeface="Verdana" panose="020B0604030504040204" pitchFamily="34" charset="0"/>
              </a:rPr>
              <a:t>evaluated</a:t>
            </a:r>
            <a:endParaRPr lang="en-US" sz="2400">
              <a:solidFill>
                <a:schemeClr val="tx1"/>
              </a:solidFill>
              <a:latin typeface="+mn-lt"/>
              <a:ea typeface="Verdana" panose="020B060403050404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1F37C7-8EEA-4571-A1C0-E4EE9FA06E1D}"/>
              </a:ext>
            </a:extLst>
          </p:cNvPr>
          <p:cNvSpPr txBox="1"/>
          <p:nvPr/>
        </p:nvSpPr>
        <p:spPr>
          <a:xfrm>
            <a:off x="2637461" y="2736132"/>
            <a:ext cx="2950459" cy="1395318"/>
          </a:xfrm>
          <a:prstGeom prst="rect">
            <a:avLst/>
          </a:prstGeom>
          <a:noFill/>
        </p:spPr>
        <p:txBody>
          <a:bodyPr wrap="square" lIns="121920" tIns="60960" rIns="121920" bIns="60960" anchor="t">
            <a:spAutoFit/>
          </a:bodyPr>
          <a:lstStyle/>
          <a:p>
            <a:pPr algn="ctr"/>
            <a:r>
              <a:rPr lang="en-US" sz="5867" i="0">
                <a:solidFill>
                  <a:srgbClr val="005024"/>
                </a:solidFill>
                <a:effectLst/>
                <a:latin typeface="+mn-lt"/>
                <a:ea typeface="Verdana" panose="020B0604030504040204" pitchFamily="34" charset="0"/>
              </a:rPr>
              <a:t>538</a:t>
            </a:r>
          </a:p>
          <a:p>
            <a:pPr algn="ctr"/>
            <a:r>
              <a:rPr lang="en-US" sz="2400" i="0">
                <a:solidFill>
                  <a:schemeClr val="tx1"/>
                </a:solidFill>
                <a:effectLst/>
                <a:latin typeface="+mn-lt"/>
                <a:ea typeface="Verdana" panose="020B0604030504040204" pitchFamily="34" charset="0"/>
              </a:rPr>
              <a:t>made accessible</a:t>
            </a:r>
            <a:endParaRPr lang="en-US" sz="2400">
              <a:solidFill>
                <a:schemeClr val="tx1"/>
              </a:solidFill>
              <a:latin typeface="+mn-lt"/>
              <a:ea typeface="Verdana" panose="020B060403050404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F54812-3384-4A7E-A459-C59BA8197268}"/>
              </a:ext>
            </a:extLst>
          </p:cNvPr>
          <p:cNvSpPr txBox="1"/>
          <p:nvPr/>
        </p:nvSpPr>
        <p:spPr>
          <a:xfrm>
            <a:off x="5587920" y="2731376"/>
            <a:ext cx="3075851" cy="2133982"/>
          </a:xfrm>
          <a:prstGeom prst="rect">
            <a:avLst/>
          </a:prstGeom>
          <a:noFill/>
        </p:spPr>
        <p:txBody>
          <a:bodyPr wrap="square" lIns="121920" tIns="60960" rIns="121920" bIns="60960" anchor="t">
            <a:spAutoFit/>
          </a:bodyPr>
          <a:lstStyle/>
          <a:p>
            <a:pPr algn="ctr"/>
            <a:r>
              <a:rPr lang="en-US" sz="5867" b="0" i="0">
                <a:solidFill>
                  <a:srgbClr val="52A5D4"/>
                </a:solidFill>
                <a:effectLst/>
                <a:latin typeface="+mn-lt"/>
                <a:ea typeface="Verdana" panose="020B0604030504040204" pitchFamily="34" charset="0"/>
              </a:rPr>
              <a:t>2,525</a:t>
            </a:r>
            <a:endParaRPr lang="en-US" sz="5867" b="1">
              <a:solidFill>
                <a:srgbClr val="52A5D4"/>
              </a:solidFill>
              <a:latin typeface="+mn-lt"/>
              <a:ea typeface="Verdana" panose="020B0604030504040204" pitchFamily="34" charset="0"/>
            </a:endParaRPr>
          </a:p>
          <a:p>
            <a:pPr algn="ctr"/>
            <a:r>
              <a:rPr lang="en-US" sz="2400" i="0">
                <a:solidFill>
                  <a:schemeClr val="tx1"/>
                </a:solidFill>
                <a:effectLst/>
                <a:latin typeface="+mn-lt"/>
                <a:ea typeface="Verdana" panose="020B0604030504040204" pitchFamily="34" charset="0"/>
              </a:rPr>
              <a:t>removed or replaced with external links</a:t>
            </a:r>
            <a:endParaRPr lang="en-US" sz="2400">
              <a:solidFill>
                <a:schemeClr val="tx1"/>
              </a:solidFill>
              <a:latin typeface="+mn-lt"/>
              <a:ea typeface="Verdana" panose="020B060403050404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26525B-6403-4036-9359-C202367F5A71}"/>
              </a:ext>
            </a:extLst>
          </p:cNvPr>
          <p:cNvSpPr txBox="1"/>
          <p:nvPr/>
        </p:nvSpPr>
        <p:spPr>
          <a:xfrm>
            <a:off x="8665109" y="2731375"/>
            <a:ext cx="3075851" cy="1395318"/>
          </a:xfrm>
          <a:prstGeom prst="rect">
            <a:avLst/>
          </a:prstGeom>
          <a:noFill/>
        </p:spPr>
        <p:txBody>
          <a:bodyPr wrap="square" lIns="121920" tIns="60960" rIns="121920" bIns="60960" anchor="t">
            <a:spAutoFit/>
          </a:bodyPr>
          <a:lstStyle/>
          <a:p>
            <a:pPr algn="ctr"/>
            <a:r>
              <a:rPr lang="en-US" sz="5867" b="0" i="0">
                <a:solidFill>
                  <a:srgbClr val="650D79"/>
                </a:solidFill>
                <a:effectLst/>
                <a:latin typeface="+mn-lt"/>
                <a:ea typeface="Verdana" panose="020B0604030504040204" pitchFamily="34" charset="0"/>
              </a:rPr>
              <a:t>321</a:t>
            </a:r>
            <a:endParaRPr lang="en-US" sz="5867" b="1">
              <a:solidFill>
                <a:srgbClr val="650D79"/>
              </a:solidFill>
              <a:latin typeface="+mn-lt"/>
              <a:ea typeface="Verdana" panose="020B0604030504040204" pitchFamily="34" charset="0"/>
            </a:endParaRPr>
          </a:p>
          <a:p>
            <a:pPr algn="ctr"/>
            <a:r>
              <a:rPr lang="en-US" sz="2400" i="0">
                <a:solidFill>
                  <a:schemeClr val="tx1"/>
                </a:solidFill>
                <a:effectLst/>
                <a:latin typeface="+mn-lt"/>
                <a:ea typeface="Verdana" panose="020B0604030504040204" pitchFamily="34" charset="0"/>
              </a:rPr>
              <a:t>outstanding</a:t>
            </a:r>
            <a:endParaRPr lang="en-US" sz="2400">
              <a:solidFill>
                <a:schemeClr val="tx1"/>
              </a:solidFill>
              <a:latin typeface="+mn-lt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7087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6C5CE-011B-4331-A6CD-55DE9D434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j-lt"/>
                <a:ea typeface="Verdana" panose="020B060403050404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33383A-29BC-4DAD-A813-7A06818B46FF}"/>
              </a:ext>
            </a:extLst>
          </p:cNvPr>
          <p:cNvSpPr>
            <a:spLocks noGrp="1"/>
          </p:cNvSpPr>
          <p:nvPr>
            <p:ph type="sldNum" idx="10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2557AEF8-D6F3-4BC5-8FAB-CBF378D09CEA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8D4D4F2A-0AAB-47F2-9BF8-CB56A5A7B2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63029704"/>
              </p:ext>
            </p:extLst>
          </p:nvPr>
        </p:nvGraphicFramePr>
        <p:xfrm>
          <a:off x="151945" y="1174061"/>
          <a:ext cx="9544051" cy="6010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89F8988-2E59-4E9C-ABA6-9155E82B20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323207"/>
              </p:ext>
            </p:extLst>
          </p:nvPr>
        </p:nvGraphicFramePr>
        <p:xfrm>
          <a:off x="8230055" y="2898417"/>
          <a:ext cx="3810000" cy="32131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504924">
                  <a:extLst>
                    <a:ext uri="{9D8B030D-6E8A-4147-A177-3AD203B41FA5}">
                      <a16:colId xmlns:a16="http://schemas.microsoft.com/office/drawing/2014/main" val="3193454351"/>
                    </a:ext>
                  </a:extLst>
                </a:gridCol>
                <a:gridCol w="1305076">
                  <a:extLst>
                    <a:ext uri="{9D8B030D-6E8A-4147-A177-3AD203B41FA5}">
                      <a16:colId xmlns:a16="http://schemas.microsoft.com/office/drawing/2014/main" val="1954031949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u="none" strike="noStrike">
                          <a:solidFill>
                            <a:schemeClr val="tx1"/>
                          </a:solidFill>
                          <a:effectLst/>
                        </a:rPr>
                        <a:t>Section</a:t>
                      </a:r>
                      <a:endParaRPr lang="en-US" sz="1600" b="1" i="0" u="none" strike="noStrike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Sessions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2950365337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How Revenue Works</a:t>
                      </a:r>
                      <a:endParaRPr lang="en-US" sz="1600" b="0" i="0" u="none" strike="noStrike"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2741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570808868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Home</a:t>
                      </a:r>
                      <a:endParaRPr lang="en-US" sz="1600" b="0" i="0" u="none" strike="noStrike"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1089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694528277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Downloads</a:t>
                      </a:r>
                      <a:endParaRPr lang="en-US" sz="1600" b="0" i="0" u="none" strike="noStrike"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184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416321005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Query Data</a:t>
                      </a:r>
                      <a:endParaRPr lang="en-US" sz="1600" b="0" i="0" u="none" strike="noStrike"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140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3474214537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Explore</a:t>
                      </a:r>
                      <a:endParaRPr lang="en-US" sz="1600" b="0" i="0" u="none" strike="noStrike"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104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2601266197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Glossary</a:t>
                      </a:r>
                      <a:endParaRPr lang="en-US" sz="1600" b="0" i="0" u="none" strike="noStrike"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10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2764259923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Fact Sheet</a:t>
                      </a:r>
                      <a:endParaRPr lang="en-US" sz="1600" b="0" i="0" u="none" strike="noStrike"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7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9719693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About</a:t>
                      </a:r>
                      <a:endParaRPr lang="en-US" sz="1600" b="0" i="0" u="none" strike="noStrike"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4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2918800638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Pattern Library</a:t>
                      </a:r>
                      <a:endParaRPr lang="en-US" sz="1600" b="0" i="0" u="none" strike="noStrike"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865983644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Search Results</a:t>
                      </a:r>
                      <a:endParaRPr lang="en-US" sz="1600" b="0" i="0" u="none" strike="noStrike"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31052538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3355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EC7C2-C493-4308-BEB9-8C558E630C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US"/>
              <a:t>Table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EDA6379-FFA5-4221-B304-16E6BFB744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764826"/>
              </p:ext>
            </p:extLst>
          </p:nvPr>
        </p:nvGraphicFramePr>
        <p:xfrm>
          <a:off x="415600" y="1706926"/>
          <a:ext cx="3810000" cy="32131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504924">
                  <a:extLst>
                    <a:ext uri="{9D8B030D-6E8A-4147-A177-3AD203B41FA5}">
                      <a16:colId xmlns:a16="http://schemas.microsoft.com/office/drawing/2014/main" val="3193454351"/>
                    </a:ext>
                  </a:extLst>
                </a:gridCol>
                <a:gridCol w="1305076">
                  <a:extLst>
                    <a:ext uri="{9D8B030D-6E8A-4147-A177-3AD203B41FA5}">
                      <a16:colId xmlns:a16="http://schemas.microsoft.com/office/drawing/2014/main" val="1954031949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algn="l" fontAlgn="b"/>
                      <a:endParaRPr lang="en-US" sz="1600" b="1" i="0" u="none" strike="noStrike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2950365337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570808868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694528277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416321005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3474214537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2601266197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2764259923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9719693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2918800638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865983644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31052538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927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>
                <a:solidFill>
                  <a:srgbClr val="323C4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19196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6E319-FD79-461E-E3D3-96746F4AB1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DEE20B-21AD-7E66-5851-BFB92598B7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9"/>
            <a:ext cx="9144000" cy="1655763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323C4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184160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 preserve="1">
  <p:cSld name="Section head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73324974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0B3BC-1CEE-512A-B80B-FA209E120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57A694-4BA6-4888-CF7F-1F2DB95423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C5D25-4F85-B658-6B36-D9D9EC238E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3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82831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55DD7-13B7-7A88-EC9B-7CA22D518D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1" y="1709742"/>
            <a:ext cx="10515600" cy="2852737"/>
          </a:xfrm>
        </p:spPr>
        <p:txBody>
          <a:bodyPr anchor="b">
            <a:noAutofit/>
          </a:bodyPr>
          <a:lstStyle>
            <a:lvl1pPr algn="ctr">
              <a:defRPr sz="12000"/>
            </a:lvl1pPr>
          </a:lstStyle>
          <a:p>
            <a:r>
              <a:rPr lang="en-US"/>
              <a:t>xx%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6BDF7-374A-29A4-0BA8-8003DAB1B5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6"/>
            <a:ext cx="10515600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08243182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DAEB0-0497-4093-DB5D-A31EC23FA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6E9D31-24D9-FD80-FF93-7D8F09E1E3DD}"/>
              </a:ext>
            </a:extLst>
          </p:cNvPr>
          <p:cNvSpPr txBox="1"/>
          <p:nvPr/>
        </p:nvSpPr>
        <p:spPr>
          <a:xfrm>
            <a:off x="1378161" y="2919797"/>
            <a:ext cx="2068161" cy="104644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4400" i="0">
                <a:solidFill>
                  <a:srgbClr val="534AAE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3,385</a:t>
            </a:r>
          </a:p>
          <a:p>
            <a:pPr algn="ctr"/>
            <a:r>
              <a:rPr lang="en-US" sz="1800" i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evaluated</a:t>
            </a:r>
            <a:endParaRPr lang="en-US" sz="180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CDCCFE-EE0F-DE86-F074-E33EA758278F}"/>
              </a:ext>
            </a:extLst>
          </p:cNvPr>
          <p:cNvSpPr txBox="1"/>
          <p:nvPr/>
        </p:nvSpPr>
        <p:spPr>
          <a:xfrm>
            <a:off x="3289311" y="2923365"/>
            <a:ext cx="2212844" cy="104644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4400" i="0">
                <a:solidFill>
                  <a:srgbClr val="005024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538</a:t>
            </a:r>
          </a:p>
          <a:p>
            <a:pPr algn="ctr"/>
            <a:r>
              <a:rPr lang="en-US" sz="1800" i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made accessible</a:t>
            </a:r>
            <a:endParaRPr lang="en-US" sz="180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7E0274-FBE8-F497-4394-69DFD0AAC686}"/>
              </a:ext>
            </a:extLst>
          </p:cNvPr>
          <p:cNvSpPr txBox="1"/>
          <p:nvPr/>
        </p:nvSpPr>
        <p:spPr>
          <a:xfrm>
            <a:off x="5502155" y="2919799"/>
            <a:ext cx="2306888" cy="160043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4400" b="0" i="0">
                <a:solidFill>
                  <a:srgbClr val="52A5D4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2,525</a:t>
            </a:r>
            <a:endParaRPr lang="en-US" sz="4400" b="1">
              <a:solidFill>
                <a:srgbClr val="52A5D4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/>
            <a:r>
              <a:rPr lang="en-US" sz="1800" i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removed or replaced with external links</a:t>
            </a:r>
            <a:endParaRPr lang="en-US" sz="180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282CC0-8047-7DBB-5FFE-3D61E663D2A3}"/>
              </a:ext>
            </a:extLst>
          </p:cNvPr>
          <p:cNvSpPr txBox="1"/>
          <p:nvPr/>
        </p:nvSpPr>
        <p:spPr>
          <a:xfrm>
            <a:off x="7810047" y="2919799"/>
            <a:ext cx="2306888" cy="104644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4400" b="0" i="0">
                <a:solidFill>
                  <a:srgbClr val="650D79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321</a:t>
            </a:r>
            <a:endParaRPr lang="en-US" sz="4400" b="1">
              <a:solidFill>
                <a:srgbClr val="650D79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/>
            <a:r>
              <a:rPr lang="en-US" sz="1800" i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outstanding</a:t>
            </a:r>
            <a:endParaRPr lang="en-US" sz="180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7873064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CE412-0668-4396-6153-0873BF8CE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5D9C37-E3EE-0C90-917A-B192933A02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1" y="1681163"/>
            <a:ext cx="3198812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09A606-ADED-8AB5-2327-8989472F89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1" y="2505075"/>
            <a:ext cx="3198812" cy="3684588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99366949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6405E-CAE7-F868-3D08-A54960637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3A19A0A2-3BA7-1274-A5CC-656CC282B2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86668989"/>
              </p:ext>
            </p:extLst>
          </p:nvPr>
        </p:nvGraphicFramePr>
        <p:xfrm>
          <a:off x="320995" y="1769667"/>
          <a:ext cx="7158039" cy="45077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82FD455-3754-D286-666E-78D572B284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9879408"/>
              </p:ext>
            </p:extLst>
          </p:nvPr>
        </p:nvGraphicFramePr>
        <p:xfrm>
          <a:off x="8496299" y="1906397"/>
          <a:ext cx="2857500" cy="2409821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878693">
                  <a:extLst>
                    <a:ext uri="{9D8B030D-6E8A-4147-A177-3AD203B41FA5}">
                      <a16:colId xmlns:a16="http://schemas.microsoft.com/office/drawing/2014/main" val="3193454351"/>
                    </a:ext>
                  </a:extLst>
                </a:gridCol>
                <a:gridCol w="978807">
                  <a:extLst>
                    <a:ext uri="{9D8B030D-6E8A-4147-A177-3AD203B41FA5}">
                      <a16:colId xmlns:a16="http://schemas.microsoft.com/office/drawing/2014/main" val="1954031949"/>
                    </a:ext>
                  </a:extLst>
                </a:gridCol>
              </a:tblGrid>
              <a:tr h="21907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Section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Sessions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50365337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Verdana" panose="020B0604030504040204" pitchFamily="34" charset="0"/>
                        </a:rPr>
                        <a:t>How Revenue Works</a:t>
                      </a:r>
                      <a:endParaRPr lang="en-US" sz="1200" b="0" i="0" u="none" strike="noStrike"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  <a:latin typeface="Verdana" panose="020B0604030504040204" pitchFamily="34" charset="0"/>
                        </a:rPr>
                        <a:t>2741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70808868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Verdana" panose="020B0604030504040204" pitchFamily="34" charset="0"/>
                        </a:rPr>
                        <a:t>Home</a:t>
                      </a:r>
                      <a:endParaRPr lang="en-US" sz="1200" b="0" i="0" u="none" strike="noStrike"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  <a:latin typeface="Verdana" panose="020B0604030504040204" pitchFamily="34" charset="0"/>
                        </a:rPr>
                        <a:t>1089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94528277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Verdana" panose="020B0604030504040204" pitchFamily="34" charset="0"/>
                        </a:rPr>
                        <a:t>Downloads</a:t>
                      </a:r>
                      <a:endParaRPr lang="en-US" sz="1200" b="0" i="0" u="none" strike="noStrike"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  <a:latin typeface="Verdana" panose="020B0604030504040204" pitchFamily="34" charset="0"/>
                        </a:rPr>
                        <a:t>184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63210050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Verdana" panose="020B0604030504040204" pitchFamily="34" charset="0"/>
                        </a:rPr>
                        <a:t>Query Data</a:t>
                      </a:r>
                      <a:endParaRPr lang="en-US" sz="1200" b="0" i="0" u="none" strike="noStrike"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  <a:latin typeface="Verdana" panose="020B0604030504040204" pitchFamily="34" charset="0"/>
                        </a:rPr>
                        <a:t>140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74214537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Verdana" panose="020B0604030504040204" pitchFamily="34" charset="0"/>
                        </a:rPr>
                        <a:t>Explore</a:t>
                      </a:r>
                      <a:endParaRPr lang="en-US" sz="1200" b="0" i="0" u="none" strike="noStrike"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  <a:latin typeface="Verdana" panose="020B0604030504040204" pitchFamily="34" charset="0"/>
                        </a:rPr>
                        <a:t>104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01266197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Verdana" panose="020B0604030504040204" pitchFamily="34" charset="0"/>
                        </a:rPr>
                        <a:t>Glossary</a:t>
                      </a:r>
                      <a:endParaRPr lang="en-US" sz="1200" b="0" i="0" u="none" strike="noStrike"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  <a:latin typeface="Verdana" panose="020B0604030504040204" pitchFamily="34" charset="0"/>
                        </a:rPr>
                        <a:t>10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64259923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Verdana" panose="020B0604030504040204" pitchFamily="34" charset="0"/>
                        </a:rPr>
                        <a:t>Fact Sheet</a:t>
                      </a:r>
                      <a:endParaRPr lang="en-US" sz="1200" b="0" i="0" u="none" strike="noStrike"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  <a:latin typeface="Verdana" panose="020B0604030504040204" pitchFamily="34" charset="0"/>
                        </a:rPr>
                        <a:t>7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719693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Verdana" panose="020B0604030504040204" pitchFamily="34" charset="0"/>
                        </a:rPr>
                        <a:t>About</a:t>
                      </a:r>
                      <a:endParaRPr lang="en-US" sz="1200" b="0" i="0" u="none" strike="noStrike"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  <a:latin typeface="Verdana" panose="020B0604030504040204" pitchFamily="34" charset="0"/>
                        </a:rPr>
                        <a:t>4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18800638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Verdana" panose="020B0604030504040204" pitchFamily="34" charset="0"/>
                        </a:rPr>
                        <a:t>Pattern Library</a:t>
                      </a:r>
                      <a:endParaRPr lang="en-US" sz="1200" b="0" i="0" u="none" strike="noStrike"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  <a:latin typeface="Verdana" panose="020B0604030504040204" pitchFamily="34" charset="0"/>
                        </a:rPr>
                        <a:t>2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65983644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Verdana" panose="020B0604030504040204" pitchFamily="34" charset="0"/>
                        </a:rPr>
                        <a:t>Search Results</a:t>
                      </a:r>
                      <a:endParaRPr lang="en-US" sz="1200" b="0" i="0" u="none" strike="noStrike"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  <a:latin typeface="Verdana" panose="020B0604030504040204" pitchFamily="34" charset="0"/>
                        </a:rPr>
                        <a:t>1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052538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3021991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9687814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FDE61EF-55FE-0E95-84E6-9DCE140A4D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6095646"/>
              </p:ext>
            </p:extLst>
          </p:nvPr>
        </p:nvGraphicFramePr>
        <p:xfrm>
          <a:off x="820659" y="2539653"/>
          <a:ext cx="2857500" cy="2409821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878693">
                  <a:extLst>
                    <a:ext uri="{9D8B030D-6E8A-4147-A177-3AD203B41FA5}">
                      <a16:colId xmlns:a16="http://schemas.microsoft.com/office/drawing/2014/main" val="3193454351"/>
                    </a:ext>
                  </a:extLst>
                </a:gridCol>
                <a:gridCol w="978807">
                  <a:extLst>
                    <a:ext uri="{9D8B030D-6E8A-4147-A177-3AD203B41FA5}">
                      <a16:colId xmlns:a16="http://schemas.microsoft.com/office/drawing/2014/main" val="1954031949"/>
                    </a:ext>
                  </a:extLst>
                </a:gridCol>
              </a:tblGrid>
              <a:tr h="219075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50365337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70808868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94528277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63210050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74214537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01266197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64259923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719693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18800638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65983644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05253875"/>
                  </a:ext>
                </a:extLst>
              </a:tr>
            </a:tbl>
          </a:graphicData>
        </a:graphic>
      </p:graphicFrame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42A7F129-D101-F7CC-2A21-CB888312C4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r>
              <a:rPr lang="en-US"/>
              <a:t>Table</a:t>
            </a:r>
          </a:p>
        </p:txBody>
      </p:sp>
    </p:spTree>
    <p:extLst>
      <p:ext uri="{BB962C8B-B14F-4D97-AF65-F5344CB8AC3E}">
        <p14:creationId xmlns:p14="http://schemas.microsoft.com/office/powerpoint/2010/main" val="2453560911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C5BAB-71EB-1D77-2B1B-1C8C7B9AF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4DBC6-88CA-B757-0869-D7D045C6B1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E8A4A6-5609-D8D2-E43E-43E08E8138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65622907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78493-6159-69D2-5DD9-A50A3B74D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42D57D-316B-C892-7F27-8795B778C1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7A8906-BF98-1DEF-D87C-199E04A0EF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71418936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BFE46-A714-1F1A-7F8F-9D558FE12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0D552A-242A-9EF7-9B35-54DF9B6869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35402677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DFF3B6-7FB1-5279-7083-B0DBA2A286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8"/>
            <a:ext cx="2628900" cy="58118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C7B1D1-8DA9-D521-207E-7ABC6B2C6C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8"/>
            <a:ext cx="7734300" cy="581183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87327D-2936-30F0-FA6B-0396585BD7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3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B294F5-BE77-6FB7-143A-CE4D05778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3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3133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 preserve="1">
  <p:cSld name="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555" lvl="0" indent="-45716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1219110" lvl="1" indent="-42330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664" lvl="2" indent="-42330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218" lvl="3" indent="-42330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772" lvl="4" indent="-42330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327" lvl="5" indent="-42330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6880" lvl="6" indent="-42330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435" lvl="7" indent="-42330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5990" lvl="8" indent="-423301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436983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preserve="1" userDrawn="1">
  <p:cSld name="1_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752953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preserve="1" userDrawn="1">
  <p:cSld name="1_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62500" y="3429004"/>
            <a:ext cx="3242000" cy="2662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152388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67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1219110" lvl="1" indent="-42330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664" lvl="2" indent="-42330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218" lvl="3" indent="-42330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772" lvl="4" indent="-42330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327" lvl="5" indent="-42330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6880" lvl="6" indent="-42330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435" lvl="7" indent="-42330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5990" lvl="8" indent="-423301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Google Shape;23;p4">
            <a:extLst>
              <a:ext uri="{FF2B5EF4-FFF2-40B4-BE49-F238E27FC236}">
                <a16:creationId xmlns:a16="http://schemas.microsoft.com/office/drawing/2014/main" id="{BF83F37B-08E1-403A-547A-107422E1BEAF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4475000" y="3429003"/>
            <a:ext cx="3242000" cy="2662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152388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67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1219110" lvl="1" indent="-42330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664" lvl="2" indent="-42330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218" lvl="3" indent="-42330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772" lvl="4" indent="-42330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327" lvl="5" indent="-42330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6880" lvl="6" indent="-42330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435" lvl="7" indent="-42330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5990" lvl="8" indent="-423301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Google Shape;23;p4">
            <a:extLst>
              <a:ext uri="{FF2B5EF4-FFF2-40B4-BE49-F238E27FC236}">
                <a16:creationId xmlns:a16="http://schemas.microsoft.com/office/drawing/2014/main" id="{71527E39-EA2E-5843-2880-526B3CC8B17F}"/>
              </a:ext>
            </a:extLst>
          </p:cNvPr>
          <p:cNvSpPr txBox="1">
            <a:spLocks noGrp="1"/>
          </p:cNvSpPr>
          <p:nvPr>
            <p:ph type="body" idx="11"/>
          </p:nvPr>
        </p:nvSpPr>
        <p:spPr>
          <a:xfrm>
            <a:off x="8587499" y="3429002"/>
            <a:ext cx="3242000" cy="2662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152388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67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1219110" lvl="1" indent="-42330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664" lvl="2" indent="-42330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218" lvl="3" indent="-42330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772" lvl="4" indent="-42330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327" lvl="5" indent="-42330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6880" lvl="6" indent="-42330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435" lvl="7" indent="-42330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5990" lvl="8" indent="-423301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749456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preserve="1" userDrawn="1">
  <p:cSld name="1_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15602" y="2819403"/>
            <a:ext cx="5417201" cy="3272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152388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67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1219110" lvl="1" indent="-42330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664" lvl="2" indent="-42330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218" lvl="3" indent="-42330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772" lvl="4" indent="-42330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327" lvl="5" indent="-42330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6880" lvl="6" indent="-42330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435" lvl="7" indent="-42330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5990" lvl="8" indent="-423301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Google Shape;23;p4">
            <a:extLst>
              <a:ext uri="{FF2B5EF4-FFF2-40B4-BE49-F238E27FC236}">
                <a16:creationId xmlns:a16="http://schemas.microsoft.com/office/drawing/2014/main" id="{F09D5DD4-9308-EC82-251E-CA741384F5F8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6359201" y="2819405"/>
            <a:ext cx="5417200" cy="3272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152388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67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1219110" lvl="1" indent="-42330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664" lvl="2" indent="-42330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218" lvl="3" indent="-42330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772" lvl="4" indent="-42330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327" lvl="5" indent="-42330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6880" lvl="6" indent="-42330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435" lvl="7" indent="-42330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5990" lvl="8" indent="-423301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35501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9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23.xml"/><Relationship Id="rId2" Type="http://schemas.openxmlformats.org/officeDocument/2006/relationships/slideLayout" Target="../slideLayouts/slideLayout8.xml"/><Relationship Id="rId16" Type="http://schemas.openxmlformats.org/officeDocument/2006/relationships/slideLayout" Target="../slideLayouts/slideLayout22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16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feds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8280E3-ECA9-4C43-B44F-DFA565B37561}"/>
              </a:ext>
            </a:extLst>
          </p:cNvPr>
          <p:cNvSpPr txBox="1"/>
          <p:nvPr/>
        </p:nvSpPr>
        <p:spPr>
          <a:xfrm>
            <a:off x="67988" y="6361819"/>
            <a:ext cx="2568331" cy="4207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67" dirty="0">
                <a:latin typeface="Verdana" panose="020B0604030504040204" pitchFamily="34" charset="0"/>
                <a:ea typeface="Verdana" panose="020B0604030504040204" pitchFamily="34" charset="0"/>
              </a:rPr>
              <a:t>ONRR | Research and Analytics</a:t>
            </a:r>
          </a:p>
          <a:p>
            <a:pPr algn="ctr"/>
            <a:r>
              <a:rPr lang="en-US" sz="1067" dirty="0">
                <a:latin typeface="Verdana" panose="020B0604030504040204" pitchFamily="34" charset="0"/>
                <a:ea typeface="Verdana" panose="020B0604030504040204" pitchFamily="34" charset="0"/>
              </a:rPr>
              <a:t>Analytics and Compliance Planning</a:t>
            </a:r>
          </a:p>
        </p:txBody>
      </p:sp>
      <p:sp>
        <p:nvSpPr>
          <p:cNvPr id="14" name="Google Shape;17;p2">
            <a:extLst>
              <a:ext uri="{FF2B5EF4-FFF2-40B4-BE49-F238E27FC236}">
                <a16:creationId xmlns:a16="http://schemas.microsoft.com/office/drawing/2014/main" id="{49785C24-265D-71F0-FF7A-CBCDE40C7475}"/>
              </a:ext>
            </a:extLst>
          </p:cNvPr>
          <p:cNvSpPr txBox="1">
            <a:spLocks/>
          </p:cNvSpPr>
          <p:nvPr/>
        </p:nvSpPr>
        <p:spPr>
          <a:xfrm>
            <a:off x="11673191" y="6429195"/>
            <a:ext cx="513431" cy="420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z="1200" smtClean="0"/>
              <a:pPr/>
              <a:t>‹#›</a:t>
            </a:fld>
            <a:endParaRPr lang="en-US" sz="12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BD9C515-B05C-EAE2-DA9B-404614A464F1}"/>
              </a:ext>
            </a:extLst>
          </p:cNvPr>
          <p:cNvCxnSpPr>
            <a:cxnSpLocks/>
          </p:cNvCxnSpPr>
          <p:nvPr/>
        </p:nvCxnSpPr>
        <p:spPr>
          <a:xfrm>
            <a:off x="1" y="120053"/>
            <a:ext cx="12192001" cy="0"/>
          </a:xfrm>
          <a:prstGeom prst="line">
            <a:avLst/>
          </a:prstGeom>
          <a:ln w="50800">
            <a:solidFill>
              <a:srgbClr val="2621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62BA670-7C5B-B833-A61A-85DB8ED4D550}"/>
              </a:ext>
            </a:extLst>
          </p:cNvPr>
          <p:cNvCxnSpPr>
            <a:cxnSpLocks/>
          </p:cNvCxnSpPr>
          <p:nvPr userDrawn="1"/>
        </p:nvCxnSpPr>
        <p:spPr>
          <a:xfrm>
            <a:off x="6109220" y="118396"/>
            <a:ext cx="6080760" cy="0"/>
          </a:xfrm>
          <a:prstGeom prst="line">
            <a:avLst/>
          </a:prstGeom>
          <a:ln w="50800">
            <a:solidFill>
              <a:srgbClr val="609B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878ACEA-9D37-0D08-43FF-10B29A260474}"/>
              </a:ext>
            </a:extLst>
          </p:cNvPr>
          <p:cNvCxnSpPr>
            <a:cxnSpLocks/>
          </p:cNvCxnSpPr>
          <p:nvPr userDrawn="1"/>
        </p:nvCxnSpPr>
        <p:spPr>
          <a:xfrm>
            <a:off x="9865245" y="118396"/>
            <a:ext cx="2322576" cy="0"/>
          </a:xfrm>
          <a:prstGeom prst="line">
            <a:avLst/>
          </a:prstGeom>
          <a:ln w="50800">
            <a:solidFill>
              <a:srgbClr val="08AF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519715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4" r:id="rId3"/>
    <p:sldLayoutId id="2147483665" r:id="rId4"/>
    <p:sldLayoutId id="2147483666" r:id="rId5"/>
    <p:sldLayoutId id="2147483667" r:id="rId6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609570" marR="0" lvl="0" indent="-457178" algn="l" rtl="0" eaLnBrk="1" hangingPunct="1">
        <a:lnSpc>
          <a:spcPct val="100000"/>
        </a:lnSpc>
        <a:spcBef>
          <a:spcPts val="0"/>
        </a:spcBef>
        <a:spcAft>
          <a:spcPts val="0"/>
        </a:spcAft>
        <a:buClrTx/>
        <a:buFont typeface="Arial" panose="020B0604020202020204" pitchFamily="34" charset="0"/>
        <a:buChar char="•"/>
        <a:defRPr sz="1867" b="0" i="0" u="none" strike="noStrike" cap="none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3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E5FD6B-C848-B6A0-78C1-603A95853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386C3F-DAC7-A5E7-DCC9-5C8E591A4E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0F8ACE-CED3-05BB-CC33-EB6ACB4C3F5C}"/>
              </a:ext>
            </a:extLst>
          </p:cNvPr>
          <p:cNvPicPr>
            <a:picLocks noChangeAspect="1"/>
          </p:cNvPicPr>
          <p:nvPr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8812" y="6209825"/>
            <a:ext cx="3339053" cy="6581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483A63-F287-86C2-1C65-3F4AC33AD938}"/>
              </a:ext>
            </a:extLst>
          </p:cNvPr>
          <p:cNvSpPr txBox="1"/>
          <p:nvPr/>
        </p:nvSpPr>
        <p:spPr>
          <a:xfrm>
            <a:off x="8832969" y="6303257"/>
            <a:ext cx="29483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latin typeface="Verdana" panose="020B0604030504040204" pitchFamily="34" charset="0"/>
                <a:ea typeface="Verdana" panose="020B0604030504040204" pitchFamily="34" charset="0"/>
              </a:rPr>
              <a:t>Open Data, Design, &amp; Development</a:t>
            </a:r>
          </a:p>
          <a:p>
            <a:pPr algn="r"/>
            <a:r>
              <a:rPr lang="en-US" sz="1200" b="1">
                <a:solidFill>
                  <a:srgbClr val="891577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revenuedata.doi.gov </a:t>
            </a:r>
            <a:r>
              <a:rPr lang="en-US" sz="1200">
                <a:latin typeface="Verdana" panose="020B0604030504040204" pitchFamily="34" charset="0"/>
                <a:ea typeface="Verdana" panose="020B0604030504040204" pitchFamily="34" charset="0"/>
              </a:rPr>
              <a:t>| </a:t>
            </a:r>
            <a:r>
              <a:rPr lang="en-US" sz="1200" b="1">
                <a:solidFill>
                  <a:srgbClr val="19610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onrr.gov</a:t>
            </a:r>
          </a:p>
          <a:p>
            <a:pPr algn="r"/>
            <a:endParaRPr lang="en-US" sz="12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Google Shape;17;p2">
            <a:extLst>
              <a:ext uri="{FF2B5EF4-FFF2-40B4-BE49-F238E27FC236}">
                <a16:creationId xmlns:a16="http://schemas.microsoft.com/office/drawing/2014/main" id="{CD576BF2-8F24-E853-5B0F-CB309844A724}"/>
              </a:ext>
            </a:extLst>
          </p:cNvPr>
          <p:cNvSpPr txBox="1">
            <a:spLocks/>
          </p:cNvSpPr>
          <p:nvPr/>
        </p:nvSpPr>
        <p:spPr>
          <a:xfrm>
            <a:off x="5793363" y="6276512"/>
            <a:ext cx="605276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z="1333" smtClean="0"/>
              <a:pPr/>
              <a:t>‹#›</a:t>
            </a:fld>
            <a:endParaRPr lang="en-US" sz="1333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F0B5A16-7A20-324F-71EA-772DB6BEFF4F}"/>
              </a:ext>
            </a:extLst>
          </p:cNvPr>
          <p:cNvCxnSpPr>
            <a:cxnSpLocks/>
          </p:cNvCxnSpPr>
          <p:nvPr/>
        </p:nvCxnSpPr>
        <p:spPr>
          <a:xfrm>
            <a:off x="2" y="197877"/>
            <a:ext cx="652271" cy="0"/>
          </a:xfrm>
          <a:prstGeom prst="line">
            <a:avLst/>
          </a:prstGeom>
          <a:ln w="76200">
            <a:solidFill>
              <a:srgbClr val="1D48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E5EDA93-DF46-62CA-395D-976ABAA783B6}"/>
              </a:ext>
            </a:extLst>
          </p:cNvPr>
          <p:cNvCxnSpPr>
            <a:cxnSpLocks/>
          </p:cNvCxnSpPr>
          <p:nvPr/>
        </p:nvCxnSpPr>
        <p:spPr>
          <a:xfrm>
            <a:off x="703072" y="197877"/>
            <a:ext cx="313267" cy="0"/>
          </a:xfrm>
          <a:prstGeom prst="line">
            <a:avLst/>
          </a:prstGeom>
          <a:ln w="76200">
            <a:solidFill>
              <a:srgbClr val="4D1C4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A0FB703-3589-5F6F-6FA0-3F6258B11897}"/>
              </a:ext>
            </a:extLst>
          </p:cNvPr>
          <p:cNvCxnSpPr>
            <a:cxnSpLocks/>
          </p:cNvCxnSpPr>
          <p:nvPr/>
        </p:nvCxnSpPr>
        <p:spPr>
          <a:xfrm>
            <a:off x="1067139" y="197877"/>
            <a:ext cx="11124863" cy="0"/>
          </a:xfrm>
          <a:prstGeom prst="line">
            <a:avLst/>
          </a:prstGeom>
          <a:ln w="76200">
            <a:solidFill>
              <a:srgbClr val="4E73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1100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hf hdr="0" ftr="0" dt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0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6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svg"/><Relationship Id="rId4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jp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39.jp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1.png"/><Relationship Id="rId4" Type="http://schemas.openxmlformats.org/officeDocument/2006/relationships/image" Target="../media/image58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47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Relationship Id="rId9" Type="http://schemas.openxmlformats.org/officeDocument/2006/relationships/image" Target="../media/image64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56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57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59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11" Type="http://schemas.openxmlformats.org/officeDocument/2006/relationships/image" Target="../media/image52.png"/><Relationship Id="rId5" Type="http://schemas.openxmlformats.org/officeDocument/2006/relationships/image" Target="../media/image54.png"/><Relationship Id="rId10" Type="http://schemas.openxmlformats.org/officeDocument/2006/relationships/image" Target="../media/image70.png"/><Relationship Id="rId4" Type="http://schemas.openxmlformats.org/officeDocument/2006/relationships/image" Target="../media/image53.png"/><Relationship Id="rId9" Type="http://schemas.openxmlformats.org/officeDocument/2006/relationships/image" Target="../media/image69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53.pn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11" Type="http://schemas.openxmlformats.org/officeDocument/2006/relationships/image" Target="../media/image52.png"/><Relationship Id="rId5" Type="http://schemas.openxmlformats.org/officeDocument/2006/relationships/image" Target="../media/image55.png"/><Relationship Id="rId10" Type="http://schemas.openxmlformats.org/officeDocument/2006/relationships/image" Target="../media/image60.png"/><Relationship Id="rId4" Type="http://schemas.openxmlformats.org/officeDocument/2006/relationships/image" Target="../media/image54.png"/><Relationship Id="rId9" Type="http://schemas.openxmlformats.org/officeDocument/2006/relationships/image" Target="../media/image70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1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11" Type="http://schemas.openxmlformats.org/officeDocument/2006/relationships/image" Target="../media/image52.png"/><Relationship Id="rId5" Type="http://schemas.openxmlformats.org/officeDocument/2006/relationships/image" Target="../media/image54.png"/><Relationship Id="rId10" Type="http://schemas.openxmlformats.org/officeDocument/2006/relationships/image" Target="../media/image70.png"/><Relationship Id="rId4" Type="http://schemas.openxmlformats.org/officeDocument/2006/relationships/image" Target="../media/image53.png"/><Relationship Id="rId9" Type="http://schemas.openxmlformats.org/officeDocument/2006/relationships/image" Target="../media/image69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2.png"/><Relationship Id="rId7" Type="http://schemas.openxmlformats.org/officeDocument/2006/relationships/image" Target="../media/image68.png"/><Relationship Id="rId12" Type="http://schemas.openxmlformats.org/officeDocument/2006/relationships/image" Target="../media/image5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11" Type="http://schemas.openxmlformats.org/officeDocument/2006/relationships/image" Target="../media/image74.png"/><Relationship Id="rId5" Type="http://schemas.openxmlformats.org/officeDocument/2006/relationships/image" Target="../media/image55.png"/><Relationship Id="rId10" Type="http://schemas.openxmlformats.org/officeDocument/2006/relationships/image" Target="../media/image54.png"/><Relationship Id="rId4" Type="http://schemas.openxmlformats.org/officeDocument/2006/relationships/image" Target="../media/image53.png"/><Relationship Id="rId9" Type="http://schemas.openxmlformats.org/officeDocument/2006/relationships/image" Target="../media/image7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0.png"/><Relationship Id="rId4" Type="http://schemas.openxmlformats.org/officeDocument/2006/relationships/image" Target="../media/image8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8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7" Type="http://schemas.openxmlformats.org/officeDocument/2006/relationships/image" Target="../media/image8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83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79.png"/><Relationship Id="rId7" Type="http://schemas.openxmlformats.org/officeDocument/2006/relationships/image" Target="../media/image8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84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79.png"/><Relationship Id="rId7" Type="http://schemas.openxmlformats.org/officeDocument/2006/relationships/image" Target="../media/image8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85.png"/><Relationship Id="rId9" Type="http://schemas.openxmlformats.org/officeDocument/2006/relationships/image" Target="../media/image84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86.png"/><Relationship Id="rId7" Type="http://schemas.openxmlformats.org/officeDocument/2006/relationships/image" Target="../media/image8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0.png"/><Relationship Id="rId5" Type="http://schemas.openxmlformats.org/officeDocument/2006/relationships/image" Target="../media/image85.png"/><Relationship Id="rId10" Type="http://schemas.openxmlformats.org/officeDocument/2006/relationships/image" Target="../media/image84.png"/><Relationship Id="rId4" Type="http://schemas.openxmlformats.org/officeDocument/2006/relationships/image" Target="../media/image87.png"/><Relationship Id="rId9" Type="http://schemas.openxmlformats.org/officeDocument/2006/relationships/image" Target="../media/image83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88.png"/><Relationship Id="rId7" Type="http://schemas.openxmlformats.org/officeDocument/2006/relationships/image" Target="../media/image8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89.png"/><Relationship Id="rId9" Type="http://schemas.openxmlformats.org/officeDocument/2006/relationships/image" Target="../media/image84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1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3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0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2.png"/><Relationship Id="rId4" Type="http://schemas.openxmlformats.org/officeDocument/2006/relationships/image" Target="../media/image101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jp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5.png"/><Relationship Id="rId4" Type="http://schemas.openxmlformats.org/officeDocument/2006/relationships/image" Target="../media/image104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logo of a company&#10;&#10;Description automatically generated with medium confidence">
            <a:extLst>
              <a:ext uri="{FF2B5EF4-FFF2-40B4-BE49-F238E27FC236}">
                <a16:creationId xmlns:a16="http://schemas.microsoft.com/office/drawing/2014/main" id="{0285BBB3-FDA0-B925-12DC-E31EB8A9127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9512" y="269240"/>
            <a:ext cx="1488440" cy="14884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943EC73-5B98-7A9C-EBD9-ECD0B9926D39}"/>
              </a:ext>
            </a:extLst>
          </p:cNvPr>
          <p:cNvSpPr txBox="1"/>
          <p:nvPr/>
        </p:nvSpPr>
        <p:spPr>
          <a:xfrm>
            <a:off x="1868522" y="2533579"/>
            <a:ext cx="8454957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+mj-lt"/>
              </a:rPr>
              <a:t>Training:</a:t>
            </a:r>
          </a:p>
          <a:p>
            <a:pPr algn="ctr"/>
            <a:r>
              <a:rPr lang="en-US" sz="4000" dirty="0">
                <a:latin typeface="+mj-lt"/>
              </a:rPr>
              <a:t>Machine Learning with R</a:t>
            </a:r>
          </a:p>
          <a:p>
            <a:pPr algn="ctr"/>
            <a:br>
              <a:rPr lang="en-US" sz="1800" dirty="0">
                <a:latin typeface="+mj-lt"/>
              </a:rPr>
            </a:br>
            <a:r>
              <a:rPr lang="en-US" sz="1800" dirty="0">
                <a:latin typeface="+mj-lt"/>
              </a:rPr>
              <a:t>Steve VanDenDriessche</a:t>
            </a:r>
            <a:br>
              <a:rPr lang="en-US" sz="1800" dirty="0">
                <a:latin typeface="+mj-lt"/>
              </a:rPr>
            </a:br>
            <a:r>
              <a:rPr lang="en-US" sz="1800" dirty="0">
                <a:latin typeface="+mj-lt"/>
              </a:rPr>
              <a:t>Office of Natural Resources Revenue</a:t>
            </a:r>
          </a:p>
        </p:txBody>
      </p:sp>
    </p:spTree>
    <p:extLst>
      <p:ext uri="{BB962C8B-B14F-4D97-AF65-F5344CB8AC3E}">
        <p14:creationId xmlns:p14="http://schemas.microsoft.com/office/powerpoint/2010/main" val="1048123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AF28D09-1493-8DD7-CA9B-84A22DF10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333594"/>
            <a:ext cx="11360800" cy="643151"/>
          </a:xfrm>
        </p:spPr>
        <p:txBody>
          <a:bodyPr/>
          <a:lstStyle/>
          <a:p>
            <a:r>
              <a:rPr lang="en-US" dirty="0"/>
              <a:t>Background - History</a:t>
            </a:r>
          </a:p>
        </p:txBody>
      </p:sp>
      <p:pic>
        <p:nvPicPr>
          <p:cNvPr id="7" name="Picture 6" descr="A person in a suit and tie&#10;&#10;Description automatically generated">
            <a:extLst>
              <a:ext uri="{FF2B5EF4-FFF2-40B4-BE49-F238E27FC236}">
                <a16:creationId xmlns:a16="http://schemas.microsoft.com/office/drawing/2014/main" id="{5635D656-AAE4-538A-6EE4-02B642C47C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966" y="2049731"/>
            <a:ext cx="2477663" cy="2477663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3F4623B-C125-EA9E-870B-7F692A9EA108}"/>
              </a:ext>
            </a:extLst>
          </p:cNvPr>
          <p:cNvSpPr txBox="1"/>
          <p:nvPr/>
        </p:nvSpPr>
        <p:spPr>
          <a:xfrm>
            <a:off x="3880625" y="2561297"/>
            <a:ext cx="717023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+mn-lt"/>
              </a:rPr>
              <a:t>“</a:t>
            </a:r>
            <a:r>
              <a:rPr lang="en-US" sz="1800" i="1" dirty="0">
                <a:latin typeface="+mn-lt"/>
              </a:rPr>
              <a:t>What we want is a machine that can learn from experience […] and letting the machine alter its own instructions provides the mechanism for that.</a:t>
            </a:r>
            <a:r>
              <a:rPr lang="en-US" sz="1800" dirty="0">
                <a:latin typeface="+mn-lt"/>
              </a:rPr>
              <a:t>”</a:t>
            </a:r>
          </a:p>
          <a:p>
            <a:endParaRPr lang="en-US" sz="1800" dirty="0">
              <a:latin typeface="+mn-lt"/>
            </a:endParaRPr>
          </a:p>
          <a:p>
            <a:r>
              <a:rPr lang="en-US" sz="1800" dirty="0">
                <a:latin typeface="+mn-lt"/>
              </a:rPr>
              <a:t>- Turing, 1947 address to the London Mathematical Society</a:t>
            </a:r>
          </a:p>
        </p:txBody>
      </p:sp>
    </p:spTree>
    <p:extLst>
      <p:ext uri="{BB962C8B-B14F-4D97-AF65-F5344CB8AC3E}">
        <p14:creationId xmlns:p14="http://schemas.microsoft.com/office/powerpoint/2010/main" val="4086587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8CFBE5C-CFD0-C60F-F039-DCAC410C8C77}"/>
              </a:ext>
            </a:extLst>
          </p:cNvPr>
          <p:cNvSpPr txBox="1"/>
          <p:nvPr/>
        </p:nvSpPr>
        <p:spPr>
          <a:xfrm>
            <a:off x="2180065" y="1795837"/>
            <a:ext cx="7831873" cy="1077218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+mn-lt"/>
              </a:rPr>
              <a:t>Definition: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A program is said to </a:t>
            </a:r>
            <a:r>
              <a:rPr lang="en-US" sz="1600" b="1" i="1" dirty="0">
                <a:latin typeface="+mn-lt"/>
              </a:rPr>
              <a:t>learn</a:t>
            </a:r>
            <a:r>
              <a:rPr lang="en-US" sz="1600" i="1" dirty="0">
                <a:latin typeface="+mn-lt"/>
              </a:rPr>
              <a:t> </a:t>
            </a:r>
            <a:r>
              <a:rPr lang="en-US" sz="1600" dirty="0">
                <a:latin typeface="+mn-lt"/>
              </a:rPr>
              <a:t>from experience </a:t>
            </a:r>
            <a:r>
              <a:rPr lang="en-US" sz="1600" i="1" dirty="0">
                <a:latin typeface="+mn-lt"/>
              </a:rPr>
              <a:t>E</a:t>
            </a:r>
            <a:r>
              <a:rPr lang="en-US" sz="1600" dirty="0">
                <a:latin typeface="+mn-lt"/>
              </a:rPr>
              <a:t> with respect to some class of tasks </a:t>
            </a:r>
            <a:r>
              <a:rPr lang="en-US" sz="1600" i="1" dirty="0">
                <a:latin typeface="+mn-lt"/>
              </a:rPr>
              <a:t>T</a:t>
            </a:r>
            <a:r>
              <a:rPr lang="en-US" sz="1600" dirty="0">
                <a:latin typeface="+mn-lt"/>
              </a:rPr>
              <a:t> and performance measure </a:t>
            </a:r>
            <a:r>
              <a:rPr lang="en-US" sz="1600" i="1" dirty="0">
                <a:latin typeface="+mn-lt"/>
              </a:rPr>
              <a:t>P,</a:t>
            </a:r>
            <a:r>
              <a:rPr lang="en-US" sz="1600" dirty="0">
                <a:latin typeface="+mn-lt"/>
              </a:rPr>
              <a:t> if its performance, as measured by </a:t>
            </a:r>
            <a:r>
              <a:rPr lang="en-US" sz="1600" i="1" dirty="0">
                <a:latin typeface="+mn-lt"/>
              </a:rPr>
              <a:t>P</a:t>
            </a:r>
            <a:r>
              <a:rPr lang="en-US" sz="1600" dirty="0">
                <a:latin typeface="+mn-lt"/>
              </a:rPr>
              <a:t>, at tasks in </a:t>
            </a:r>
            <a:r>
              <a:rPr lang="en-US" sz="1600" i="1" dirty="0">
                <a:latin typeface="+mn-lt"/>
              </a:rPr>
              <a:t>T </a:t>
            </a:r>
            <a:r>
              <a:rPr lang="en-US" sz="1600" dirty="0">
                <a:latin typeface="+mn-lt"/>
              </a:rPr>
              <a:t>improves with experience </a:t>
            </a:r>
            <a:r>
              <a:rPr lang="en-US" sz="1600" i="1" dirty="0">
                <a:latin typeface="+mn-lt"/>
              </a:rPr>
              <a:t>E</a:t>
            </a:r>
            <a:r>
              <a:rPr lang="en-US" sz="1600" dirty="0">
                <a:latin typeface="+mn-lt"/>
              </a:rPr>
              <a:t>.</a:t>
            </a:r>
            <a:endParaRPr lang="en-US" sz="1600" i="1" dirty="0">
              <a:latin typeface="+mn-lt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E74153BE-F9DB-F8B2-5264-8A03F72638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3066586"/>
            <a:ext cx="11360800" cy="3242774"/>
          </a:xfrm>
        </p:spPr>
        <p:txBody>
          <a:bodyPr/>
          <a:lstStyle/>
          <a:p>
            <a:pPr marL="186258" indent="0">
              <a:buNone/>
            </a:pPr>
            <a:r>
              <a:rPr lang="en-US" sz="1600" dirty="0"/>
              <a:t>Examples:</a:t>
            </a:r>
          </a:p>
          <a:p>
            <a:r>
              <a:rPr lang="en-US" sz="1600" dirty="0"/>
              <a:t>Automated visual wildfire detection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333" i="1" dirty="0"/>
              <a:t>E</a:t>
            </a:r>
            <a:r>
              <a:rPr lang="en-US" sz="1333" dirty="0"/>
              <a:t> = collection of video feeds with instances of wildfire occurrence, </a:t>
            </a:r>
            <a:r>
              <a:rPr lang="en-US" sz="1333" i="1" dirty="0"/>
              <a:t>T</a:t>
            </a:r>
            <a:r>
              <a:rPr lang="en-US" sz="1333" dirty="0"/>
              <a:t> = detecting wildfires based on real-time video feeds,</a:t>
            </a:r>
            <a:br>
              <a:rPr lang="en-US" sz="1333" dirty="0"/>
            </a:br>
            <a:r>
              <a:rPr lang="en-US" sz="1333" i="1" dirty="0"/>
              <a:t>P</a:t>
            </a:r>
            <a:r>
              <a:rPr lang="en-US" sz="1333" dirty="0"/>
              <a:t> = minimizing the time to accurate detection</a:t>
            </a:r>
            <a:br>
              <a:rPr lang="en-US" sz="1333" dirty="0"/>
            </a:br>
            <a:endParaRPr lang="en-US" sz="1333" dirty="0"/>
          </a:p>
          <a:p>
            <a:r>
              <a:rPr lang="en-US" sz="1600" dirty="0"/>
              <a:t>PDF scraping of oil and gas leasing contracts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333" i="1" dirty="0"/>
              <a:t>E</a:t>
            </a:r>
            <a:r>
              <a:rPr lang="en-US" sz="1333" dirty="0"/>
              <a:t> = corpus of translated pdfs, </a:t>
            </a:r>
            <a:r>
              <a:rPr lang="en-US" sz="1333" i="1" dirty="0"/>
              <a:t>T</a:t>
            </a:r>
            <a:r>
              <a:rPr lang="en-US" sz="1333" dirty="0"/>
              <a:t> = extracting text from new pdfs, </a:t>
            </a:r>
            <a:r>
              <a:rPr lang="en-US" sz="1333" i="1" dirty="0"/>
              <a:t>P</a:t>
            </a:r>
            <a:r>
              <a:rPr lang="en-US" sz="1333" dirty="0"/>
              <a:t> = percent words/punctuation correctly extracted</a:t>
            </a:r>
            <a:br>
              <a:rPr lang="en-US" sz="1333" dirty="0"/>
            </a:br>
            <a:endParaRPr lang="en-US" sz="1333" dirty="0"/>
          </a:p>
          <a:p>
            <a:r>
              <a:rPr lang="en-US" sz="1600" dirty="0"/>
              <a:t>Identification of federal natural resource revenue royalty noncompliance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333" i="1" dirty="0"/>
              <a:t>E</a:t>
            </a:r>
            <a:r>
              <a:rPr lang="en-US" sz="1333" dirty="0"/>
              <a:t> = database of completed cases, </a:t>
            </a:r>
            <a:r>
              <a:rPr lang="en-US" sz="1333" i="1" dirty="0"/>
              <a:t>T</a:t>
            </a:r>
            <a:r>
              <a:rPr lang="en-US" sz="1333" dirty="0"/>
              <a:t> = predicted probability and $ of noncompliance , </a:t>
            </a:r>
            <a:r>
              <a:rPr lang="en-US" sz="1333" i="1" dirty="0"/>
              <a:t>P</a:t>
            </a:r>
            <a:r>
              <a:rPr lang="en-US" sz="1333" dirty="0"/>
              <a:t> = accuracy of predictions</a:t>
            </a:r>
            <a:endParaRPr lang="en-US" dirty="0"/>
          </a:p>
          <a:p>
            <a:pPr lvl="1"/>
            <a:endParaRPr lang="en-US" sz="1333" dirty="0"/>
          </a:p>
          <a:p>
            <a:endParaRPr lang="en-US" sz="1600" dirty="0"/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54A5C342-164D-87E6-B0A8-A7E442151906}"/>
              </a:ext>
            </a:extLst>
          </p:cNvPr>
          <p:cNvSpPr txBox="1">
            <a:spLocks/>
          </p:cNvSpPr>
          <p:nvPr/>
        </p:nvSpPr>
        <p:spPr>
          <a:xfrm>
            <a:off x="415600" y="333594"/>
            <a:ext cx="11360800" cy="643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Background - Well-posed learning problems</a:t>
            </a:r>
          </a:p>
        </p:txBody>
      </p:sp>
    </p:spTree>
    <p:extLst>
      <p:ext uri="{BB962C8B-B14F-4D97-AF65-F5344CB8AC3E}">
        <p14:creationId xmlns:p14="http://schemas.microsoft.com/office/powerpoint/2010/main" val="44015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E74153BE-F9DB-F8B2-5264-8A03F72638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356967"/>
            <a:ext cx="4457411" cy="4110072"/>
          </a:xfrm>
        </p:spPr>
        <p:txBody>
          <a:bodyPr/>
          <a:lstStyle/>
          <a:p>
            <a:pPr marL="186258" indent="0">
              <a:buNone/>
            </a:pPr>
            <a:r>
              <a:rPr lang="en-US" sz="1600" dirty="0"/>
              <a:t>Other considerations:</a:t>
            </a:r>
            <a:br>
              <a:rPr lang="en-US" sz="1600" dirty="0"/>
            </a:br>
            <a:endParaRPr lang="en-US" sz="1600" dirty="0"/>
          </a:p>
          <a:p>
            <a:r>
              <a:rPr lang="en-US" sz="1600" dirty="0"/>
              <a:t>Direct or indirect training</a:t>
            </a:r>
          </a:p>
          <a:p>
            <a:endParaRPr lang="en-US" sz="1600" dirty="0"/>
          </a:p>
          <a:p>
            <a:r>
              <a:rPr lang="en-US" sz="1600" dirty="0"/>
              <a:t>Degree to which learner controls the sequence of training examples</a:t>
            </a:r>
          </a:p>
          <a:p>
            <a:endParaRPr lang="en-US" sz="1600" dirty="0"/>
          </a:p>
          <a:p>
            <a:r>
              <a:rPr lang="en-US" sz="1600" dirty="0"/>
              <a:t>Extent that training set </a:t>
            </a:r>
            <a:r>
              <a:rPr lang="en-US" sz="1600" i="1" dirty="0"/>
              <a:t>E </a:t>
            </a:r>
            <a:r>
              <a:rPr lang="en-US" sz="1600" dirty="0"/>
              <a:t> represents greater collection of tasks </a:t>
            </a:r>
            <a:r>
              <a:rPr lang="en-US" sz="1600" i="1" dirty="0"/>
              <a:t>T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Target function representation</a:t>
            </a:r>
            <a:br>
              <a:rPr lang="en-US" sz="1600" dirty="0"/>
            </a:br>
            <a:endParaRPr lang="en-US" sz="1600" dirty="0"/>
          </a:p>
          <a:p>
            <a:r>
              <a:rPr lang="en-US" sz="1600" dirty="0"/>
              <a:t>Approximation algorithm</a:t>
            </a:r>
            <a:br>
              <a:rPr lang="en-US" sz="1067" dirty="0"/>
            </a:br>
            <a:endParaRPr lang="en-US" sz="1067" dirty="0"/>
          </a:p>
          <a:p>
            <a:endParaRPr lang="en-US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1756F1-7899-63FF-AA5D-F27CB712F8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1186" y="1429160"/>
            <a:ext cx="4259503" cy="416077"/>
          </a:xfrm>
          <a:prstGeom prst="rect">
            <a:avLst/>
          </a:prstGeom>
          <a:ln>
            <a:solidFill>
              <a:schemeClr val="accent6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078D436-7F3E-8CAA-2AA8-0E0457FFB1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4762" y="2337709"/>
            <a:ext cx="2484253" cy="650724"/>
          </a:xfrm>
          <a:prstGeom prst="rect">
            <a:avLst/>
          </a:prstGeom>
          <a:ln>
            <a:solidFill>
              <a:schemeClr val="accent6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A6520CD-F7FD-228C-0FA4-0279F0637B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7189" y="2337709"/>
            <a:ext cx="2849212" cy="3129331"/>
          </a:xfrm>
          <a:prstGeom prst="rect">
            <a:avLst/>
          </a:prstGeom>
          <a:ln>
            <a:solidFill>
              <a:schemeClr val="accent6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4F6A81A-EF76-0B7C-A63A-03EB3D3CCC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41186" y="3553097"/>
            <a:ext cx="2951407" cy="2634891"/>
          </a:xfrm>
          <a:prstGeom prst="rect">
            <a:avLst/>
          </a:prstGeom>
          <a:ln>
            <a:solidFill>
              <a:schemeClr val="accent6"/>
            </a:solidFill>
          </a:ln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7A0FC1A3-49F4-0C96-9A82-5BC8AA32B7E1}"/>
              </a:ext>
            </a:extLst>
          </p:cNvPr>
          <p:cNvSpPr txBox="1">
            <a:spLocks/>
          </p:cNvSpPr>
          <p:nvPr/>
        </p:nvSpPr>
        <p:spPr>
          <a:xfrm>
            <a:off x="415600" y="333594"/>
            <a:ext cx="11360800" cy="643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Background - Well-posed learning problems</a:t>
            </a:r>
          </a:p>
        </p:txBody>
      </p:sp>
    </p:spTree>
    <p:extLst>
      <p:ext uri="{BB962C8B-B14F-4D97-AF65-F5344CB8AC3E}">
        <p14:creationId xmlns:p14="http://schemas.microsoft.com/office/powerpoint/2010/main" val="1959660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E74153BE-F9DB-F8B2-5264-8A03F72638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356967"/>
            <a:ext cx="4457411" cy="4110072"/>
          </a:xfrm>
        </p:spPr>
        <p:txBody>
          <a:bodyPr/>
          <a:lstStyle/>
          <a:p>
            <a:pPr marL="186258" indent="0">
              <a:buNone/>
            </a:pPr>
            <a:r>
              <a:rPr lang="en-US" sz="1600" dirty="0"/>
              <a:t>Other considerations:</a:t>
            </a:r>
            <a:br>
              <a:rPr lang="en-US" sz="1600" dirty="0"/>
            </a:br>
            <a:endParaRPr lang="en-US" sz="1600" dirty="0"/>
          </a:p>
          <a:p>
            <a:r>
              <a:rPr lang="en-US" sz="1600" dirty="0"/>
              <a:t>Direct or indirect training</a:t>
            </a:r>
          </a:p>
          <a:p>
            <a:endParaRPr lang="en-US" sz="1600" dirty="0"/>
          </a:p>
          <a:p>
            <a:r>
              <a:rPr lang="en-US" sz="1600" dirty="0"/>
              <a:t>Degree to which learner controls the sequence of training examples</a:t>
            </a:r>
          </a:p>
          <a:p>
            <a:endParaRPr lang="en-US" sz="1600" dirty="0"/>
          </a:p>
          <a:p>
            <a:r>
              <a:rPr lang="en-US" sz="1600" dirty="0"/>
              <a:t>Extent that training set </a:t>
            </a:r>
            <a:r>
              <a:rPr lang="en-US" sz="1600" i="1" dirty="0"/>
              <a:t>E </a:t>
            </a:r>
            <a:r>
              <a:rPr lang="en-US" sz="1600" dirty="0"/>
              <a:t> represents greater collection of tasks </a:t>
            </a:r>
            <a:r>
              <a:rPr lang="en-US" sz="1600" i="1" dirty="0"/>
              <a:t>T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Target function representation</a:t>
            </a:r>
            <a:br>
              <a:rPr lang="en-US" sz="1600" dirty="0"/>
            </a:br>
            <a:endParaRPr lang="en-US" sz="1600" dirty="0"/>
          </a:p>
          <a:p>
            <a:r>
              <a:rPr lang="en-US" sz="1600" dirty="0"/>
              <a:t>Approximation algorithm</a:t>
            </a:r>
            <a:br>
              <a:rPr lang="en-US" sz="1067" dirty="0"/>
            </a:br>
            <a:endParaRPr lang="en-US" sz="1067" dirty="0"/>
          </a:p>
          <a:p>
            <a:endParaRPr lang="en-US" sz="1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ED6D79-14E9-13D4-8A63-C33A31EB412A}"/>
              </a:ext>
            </a:extLst>
          </p:cNvPr>
          <p:cNvSpPr txBox="1"/>
          <p:nvPr/>
        </p:nvSpPr>
        <p:spPr>
          <a:xfrm>
            <a:off x="5965901" y="3105835"/>
            <a:ext cx="5475251" cy="646331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+mn-lt"/>
              </a:rPr>
              <a:t>“</a:t>
            </a:r>
            <a:r>
              <a:rPr lang="en-US" sz="1800" i="1" dirty="0">
                <a:latin typeface="+mn-lt"/>
              </a:rPr>
              <a:t>A program can never learn a thing that it cannot at least represent.”</a:t>
            </a:r>
            <a:endParaRPr lang="en-US" sz="1800" dirty="0">
              <a:latin typeface="+mn-lt"/>
            </a:endParaRP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0E9BEBDA-221B-6DA9-D928-0EDCE29B48ED}"/>
              </a:ext>
            </a:extLst>
          </p:cNvPr>
          <p:cNvSpPr txBox="1">
            <a:spLocks/>
          </p:cNvSpPr>
          <p:nvPr/>
        </p:nvSpPr>
        <p:spPr>
          <a:xfrm>
            <a:off x="415600" y="333594"/>
            <a:ext cx="11360800" cy="643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Background - Well-posed learning problems</a:t>
            </a:r>
          </a:p>
        </p:txBody>
      </p:sp>
    </p:spTree>
    <p:extLst>
      <p:ext uri="{BB962C8B-B14F-4D97-AF65-F5344CB8AC3E}">
        <p14:creationId xmlns:p14="http://schemas.microsoft.com/office/powerpoint/2010/main" val="650370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8CFBE5C-CFD0-C60F-F039-DCAC410C8C77}"/>
              </a:ext>
            </a:extLst>
          </p:cNvPr>
          <p:cNvSpPr txBox="1"/>
          <p:nvPr/>
        </p:nvSpPr>
        <p:spPr>
          <a:xfrm>
            <a:off x="1688482" y="1472453"/>
            <a:ext cx="8815039" cy="1077218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+mn-lt"/>
              </a:rPr>
              <a:t>Theorem: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The expected error of a model applied to a set of test data can be (pointwise) decomposed into the variance of the model, the bias of the model, and the variance of the inherent error term.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3F37773-7397-0B28-2DF8-4EB67535C5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4773" y="3605248"/>
            <a:ext cx="7102455" cy="784928"/>
          </a:xfrm>
          <a:prstGeom prst="rect">
            <a:avLst/>
          </a:prstGeom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0BF6964C-4534-35D8-59D5-2832C42648CE}"/>
              </a:ext>
            </a:extLst>
          </p:cNvPr>
          <p:cNvSpPr txBox="1">
            <a:spLocks/>
          </p:cNvSpPr>
          <p:nvPr/>
        </p:nvSpPr>
        <p:spPr>
          <a:xfrm>
            <a:off x="415600" y="333594"/>
            <a:ext cx="11360800" cy="643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Aside – Bias-Variance Tradeoff</a:t>
            </a:r>
          </a:p>
        </p:txBody>
      </p:sp>
    </p:spTree>
    <p:extLst>
      <p:ext uri="{BB962C8B-B14F-4D97-AF65-F5344CB8AC3E}">
        <p14:creationId xmlns:p14="http://schemas.microsoft.com/office/powerpoint/2010/main" val="8937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6F791C5-72AF-467E-D6D8-EDF05AD534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01200" y="2665154"/>
            <a:ext cx="4389597" cy="4023796"/>
          </a:xfrm>
          <a:prstGeom prst="rect">
            <a:avLst/>
          </a:prstGeom>
          <a:ln>
            <a:solidFill>
              <a:schemeClr val="accent6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2A8D03-2751-C28A-D6FA-AC884EDDBE7F}"/>
              </a:ext>
            </a:extLst>
          </p:cNvPr>
          <p:cNvSpPr txBox="1"/>
          <p:nvPr/>
        </p:nvSpPr>
        <p:spPr>
          <a:xfrm>
            <a:off x="1688482" y="1472453"/>
            <a:ext cx="8815039" cy="1077218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+mn-lt"/>
              </a:rPr>
              <a:t>Theorem: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The expected error of a model applied to a set of test data can be (pointwise) decomposed into the variance of the model, the bias of the model, and the variance of the inherent error term.</a:t>
            </a: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9BCDF1A0-BAF4-E659-9D42-A30260D8C3BB}"/>
              </a:ext>
            </a:extLst>
          </p:cNvPr>
          <p:cNvSpPr txBox="1">
            <a:spLocks/>
          </p:cNvSpPr>
          <p:nvPr/>
        </p:nvSpPr>
        <p:spPr>
          <a:xfrm>
            <a:off x="415600" y="333594"/>
            <a:ext cx="11360800" cy="643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Aside – Bias-Variance Tradeoff</a:t>
            </a:r>
          </a:p>
        </p:txBody>
      </p:sp>
    </p:spTree>
    <p:extLst>
      <p:ext uri="{BB962C8B-B14F-4D97-AF65-F5344CB8AC3E}">
        <p14:creationId xmlns:p14="http://schemas.microsoft.com/office/powerpoint/2010/main" val="22971820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6F791C5-72AF-467E-D6D8-EDF05AD534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01201" y="2665154"/>
            <a:ext cx="4389596" cy="4023796"/>
          </a:xfrm>
          <a:prstGeom prst="rect">
            <a:avLst/>
          </a:prstGeom>
          <a:ln>
            <a:solidFill>
              <a:schemeClr val="accent6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0F778C9-DCEF-38DD-95E8-49CB965C35DE}"/>
              </a:ext>
            </a:extLst>
          </p:cNvPr>
          <p:cNvSpPr txBox="1"/>
          <p:nvPr/>
        </p:nvSpPr>
        <p:spPr>
          <a:xfrm>
            <a:off x="1688482" y="1472453"/>
            <a:ext cx="8815039" cy="1077218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+mn-lt"/>
              </a:rPr>
              <a:t>Theorem: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The expected error of a model applied to a set of test data can be (pointwise) decomposed into the variance of the model, the bias of the model, and the variance of the inherent error term.</a:t>
            </a: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9C38018F-A078-DA57-DF60-A1EEFD8EAF00}"/>
              </a:ext>
            </a:extLst>
          </p:cNvPr>
          <p:cNvSpPr txBox="1">
            <a:spLocks/>
          </p:cNvSpPr>
          <p:nvPr/>
        </p:nvSpPr>
        <p:spPr>
          <a:xfrm>
            <a:off x="415600" y="333594"/>
            <a:ext cx="11360800" cy="643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Aside – Bias-Variance Tradeoff</a:t>
            </a:r>
          </a:p>
        </p:txBody>
      </p:sp>
    </p:spTree>
    <p:extLst>
      <p:ext uri="{BB962C8B-B14F-4D97-AF65-F5344CB8AC3E}">
        <p14:creationId xmlns:p14="http://schemas.microsoft.com/office/powerpoint/2010/main" val="17115365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6F791C5-72AF-467E-D6D8-EDF05AD534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01201" y="2665154"/>
            <a:ext cx="4389596" cy="4023796"/>
          </a:xfrm>
          <a:prstGeom prst="rect">
            <a:avLst/>
          </a:prstGeom>
          <a:ln>
            <a:solidFill>
              <a:schemeClr val="accent6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068F80F-BAEE-E11A-A5B1-5E5935B1FBE4}"/>
              </a:ext>
            </a:extLst>
          </p:cNvPr>
          <p:cNvSpPr txBox="1"/>
          <p:nvPr/>
        </p:nvSpPr>
        <p:spPr>
          <a:xfrm>
            <a:off x="1688482" y="1472453"/>
            <a:ext cx="8815039" cy="1077218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+mn-lt"/>
              </a:rPr>
              <a:t>Theorem: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The expected error of a model applied to a set of test data can be (pointwise) decomposed into the variance of the model, the bias of the model, and the variance of the inherent error term.</a:t>
            </a: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78A018D7-5928-186F-789F-7A2FA93D0DFC}"/>
              </a:ext>
            </a:extLst>
          </p:cNvPr>
          <p:cNvSpPr txBox="1">
            <a:spLocks/>
          </p:cNvSpPr>
          <p:nvPr/>
        </p:nvSpPr>
        <p:spPr>
          <a:xfrm>
            <a:off x="415600" y="333594"/>
            <a:ext cx="11360800" cy="643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Aside – Bias-Variance Tradeoff</a:t>
            </a:r>
          </a:p>
        </p:txBody>
      </p:sp>
    </p:spTree>
    <p:extLst>
      <p:ext uri="{BB962C8B-B14F-4D97-AF65-F5344CB8AC3E}">
        <p14:creationId xmlns:p14="http://schemas.microsoft.com/office/powerpoint/2010/main" val="18772115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6F791C5-72AF-467E-D6D8-EDF05AD534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01201" y="2665154"/>
            <a:ext cx="4389596" cy="4023796"/>
          </a:xfrm>
          <a:prstGeom prst="rect">
            <a:avLst/>
          </a:prstGeom>
          <a:ln>
            <a:solidFill>
              <a:schemeClr val="accent6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9D138F5-9491-56DB-1807-A8B3E653282E}"/>
              </a:ext>
            </a:extLst>
          </p:cNvPr>
          <p:cNvSpPr txBox="1"/>
          <p:nvPr/>
        </p:nvSpPr>
        <p:spPr>
          <a:xfrm>
            <a:off x="1688482" y="1472453"/>
            <a:ext cx="8815039" cy="1077218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+mn-lt"/>
              </a:rPr>
              <a:t>Theorem: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The expected error of a model applied to a set of test data can be (pointwise) decomposed into the variance of the model, the bias of the model, and the variance of the inherent error term.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9ABAC2E-005E-1F63-660D-3AE487FAE0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2" y="2692674"/>
            <a:ext cx="2929767" cy="3571959"/>
          </a:xfrm>
        </p:spPr>
        <p:txBody>
          <a:bodyPr/>
          <a:lstStyle/>
          <a:p>
            <a:pPr marL="186258" indent="0" algn="ctr">
              <a:buNone/>
            </a:pPr>
            <a:r>
              <a:rPr lang="en-US" sz="1600" b="1" dirty="0"/>
              <a:t>Bias</a:t>
            </a:r>
            <a:br>
              <a:rPr lang="en-US" sz="1600" b="1" dirty="0"/>
            </a:br>
            <a:endParaRPr lang="en-US" sz="1600" dirty="0"/>
          </a:p>
          <a:p>
            <a:r>
              <a:rPr lang="en-US" sz="1600" dirty="0"/>
              <a:t>Error from model inflexibility</a:t>
            </a:r>
            <a:br>
              <a:rPr lang="en-US" sz="1600" dirty="0"/>
            </a:br>
            <a:endParaRPr lang="en-US" sz="1600" dirty="0"/>
          </a:p>
          <a:p>
            <a:r>
              <a:rPr lang="en-US" sz="1600" dirty="0"/>
              <a:t>Oversimplification of the underlying pattern</a:t>
            </a:r>
            <a:br>
              <a:rPr lang="en-US" sz="1600" dirty="0"/>
            </a:br>
            <a:endParaRPr lang="en-US" sz="1600" dirty="0"/>
          </a:p>
          <a:p>
            <a:r>
              <a:rPr lang="en-US" sz="1600" dirty="0"/>
              <a:t>Underfitting</a:t>
            </a:r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D8161AC4-0319-0FBC-519C-4E7C8AE89073}"/>
              </a:ext>
            </a:extLst>
          </p:cNvPr>
          <p:cNvSpPr txBox="1">
            <a:spLocks/>
          </p:cNvSpPr>
          <p:nvPr/>
        </p:nvSpPr>
        <p:spPr>
          <a:xfrm>
            <a:off x="8846634" y="2692674"/>
            <a:ext cx="2929767" cy="3571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 typeface="Arial" panose="020B0604020202020204" pitchFamily="34" charset="0"/>
              <a:buChar char="•"/>
              <a:defRPr sz="1867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L="1219170" marR="0" lvl="1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2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86258" indent="0" algn="ctr">
              <a:buNone/>
            </a:pPr>
            <a:r>
              <a:rPr lang="en-US" sz="1600" b="1" dirty="0"/>
              <a:t>Variance</a:t>
            </a:r>
            <a:br>
              <a:rPr lang="en-US" sz="1600" b="1" dirty="0"/>
            </a:br>
            <a:endParaRPr lang="en-US" sz="1600" dirty="0"/>
          </a:p>
          <a:p>
            <a:r>
              <a:rPr lang="en-US" sz="1600" dirty="0"/>
              <a:t>Error from excess model flexibility</a:t>
            </a:r>
            <a:br>
              <a:rPr lang="en-US" sz="1600" dirty="0"/>
            </a:br>
            <a:endParaRPr lang="en-US" sz="1600" dirty="0"/>
          </a:p>
          <a:p>
            <a:r>
              <a:rPr lang="en-US" sz="1600" dirty="0"/>
              <a:t>“Memorization” of training data</a:t>
            </a:r>
            <a:br>
              <a:rPr lang="en-US" sz="1600" dirty="0"/>
            </a:br>
            <a:endParaRPr lang="en-US" sz="1600" dirty="0"/>
          </a:p>
          <a:p>
            <a:r>
              <a:rPr lang="en-US" sz="1600" dirty="0"/>
              <a:t>Overfitting</a:t>
            </a:r>
          </a:p>
          <a:p>
            <a:endParaRPr lang="en-US" sz="1600" dirty="0"/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FAF39E4B-24B5-6277-A51B-34EAF87ACE63}"/>
              </a:ext>
            </a:extLst>
          </p:cNvPr>
          <p:cNvSpPr txBox="1">
            <a:spLocks/>
          </p:cNvSpPr>
          <p:nvPr/>
        </p:nvSpPr>
        <p:spPr>
          <a:xfrm>
            <a:off x="415600" y="333594"/>
            <a:ext cx="11360800" cy="643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Aside – Bias-Variance Tradeoff</a:t>
            </a:r>
          </a:p>
        </p:txBody>
      </p:sp>
    </p:spTree>
    <p:extLst>
      <p:ext uri="{BB962C8B-B14F-4D97-AF65-F5344CB8AC3E}">
        <p14:creationId xmlns:p14="http://schemas.microsoft.com/office/powerpoint/2010/main" val="61594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6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C11047F4-4FAC-ECCE-B2AF-51E38A1596BD}"/>
              </a:ext>
            </a:extLst>
          </p:cNvPr>
          <p:cNvSpPr txBox="1">
            <a:spLocks/>
          </p:cNvSpPr>
          <p:nvPr/>
        </p:nvSpPr>
        <p:spPr>
          <a:xfrm>
            <a:off x="415600" y="333594"/>
            <a:ext cx="11360800" cy="643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Overview of RStudio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DC0ED7-FC6C-893C-1029-F26B24020C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8674" y="172263"/>
            <a:ext cx="11919452" cy="64210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552377F-ABFE-20DF-B72C-2142097EDD58}"/>
              </a:ext>
            </a:extLst>
          </p:cNvPr>
          <p:cNvSpPr/>
          <p:nvPr/>
        </p:nvSpPr>
        <p:spPr>
          <a:xfrm>
            <a:off x="96255" y="4343400"/>
            <a:ext cx="6725651" cy="22499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95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C11047F4-4FAC-ECCE-B2AF-51E38A1596BD}"/>
              </a:ext>
            </a:extLst>
          </p:cNvPr>
          <p:cNvSpPr txBox="1">
            <a:spLocks/>
          </p:cNvSpPr>
          <p:nvPr/>
        </p:nvSpPr>
        <p:spPr>
          <a:xfrm>
            <a:off x="415600" y="333594"/>
            <a:ext cx="11360800" cy="643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Overview of RStudio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DC0ED7-FC6C-893C-1029-F26B24020C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8674" y="172263"/>
            <a:ext cx="11919452" cy="64210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552377F-ABFE-20DF-B72C-2142097EDD58}"/>
              </a:ext>
            </a:extLst>
          </p:cNvPr>
          <p:cNvSpPr/>
          <p:nvPr/>
        </p:nvSpPr>
        <p:spPr>
          <a:xfrm>
            <a:off x="133874" y="663237"/>
            <a:ext cx="6725651" cy="36720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075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C11047F4-4FAC-ECCE-B2AF-51E38A1596BD}"/>
              </a:ext>
            </a:extLst>
          </p:cNvPr>
          <p:cNvSpPr txBox="1">
            <a:spLocks/>
          </p:cNvSpPr>
          <p:nvPr/>
        </p:nvSpPr>
        <p:spPr>
          <a:xfrm>
            <a:off x="415600" y="333594"/>
            <a:ext cx="11360800" cy="643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Overview of RStudio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DC0ED7-FC6C-893C-1029-F26B24020C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8674" y="172263"/>
            <a:ext cx="11919452" cy="64210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552377F-ABFE-20DF-B72C-2142097EDD58}"/>
              </a:ext>
            </a:extLst>
          </p:cNvPr>
          <p:cNvSpPr/>
          <p:nvPr/>
        </p:nvSpPr>
        <p:spPr>
          <a:xfrm>
            <a:off x="6841864" y="655169"/>
            <a:ext cx="5211462" cy="21525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8995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C11047F4-4FAC-ECCE-B2AF-51E38A1596BD}"/>
              </a:ext>
            </a:extLst>
          </p:cNvPr>
          <p:cNvSpPr txBox="1">
            <a:spLocks/>
          </p:cNvSpPr>
          <p:nvPr/>
        </p:nvSpPr>
        <p:spPr>
          <a:xfrm>
            <a:off x="415600" y="333594"/>
            <a:ext cx="11360800" cy="643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Overview of RStudio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DC0ED7-FC6C-893C-1029-F26B24020C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8674" y="172263"/>
            <a:ext cx="11919452" cy="64210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552377F-ABFE-20DF-B72C-2142097EDD58}"/>
              </a:ext>
            </a:extLst>
          </p:cNvPr>
          <p:cNvSpPr/>
          <p:nvPr/>
        </p:nvSpPr>
        <p:spPr>
          <a:xfrm>
            <a:off x="6820348" y="2818504"/>
            <a:ext cx="5240511" cy="37748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156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D4020D6-64B5-26C0-DDBA-45BE658EC4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98050" y="881450"/>
            <a:ext cx="6078351" cy="557182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34B6A9C0-A1D2-06A0-6635-63888925B5CF}"/>
              </a:ext>
            </a:extLst>
          </p:cNvPr>
          <p:cNvSpPr txBox="1">
            <a:spLocks/>
          </p:cNvSpPr>
          <p:nvPr/>
        </p:nvSpPr>
        <p:spPr>
          <a:xfrm>
            <a:off x="415600" y="333594"/>
            <a:ext cx="11360800" cy="643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Regression - Quick Review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F17E01-5A8A-4C15-0037-0172628156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83327" y="1477135"/>
            <a:ext cx="2389911" cy="30276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10518D2-BB42-0570-C135-85B2EAC8D5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6194" y="2230153"/>
            <a:ext cx="1833703" cy="4384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D092F4B-9F3F-9BA9-9BCF-AD9838648F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241" y="4404903"/>
            <a:ext cx="4070828" cy="9937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C6C31FF-4341-CA27-5318-C0FE5B6292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4419" y="5576469"/>
            <a:ext cx="1983551" cy="5499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DB97C1-85EB-A268-063F-2C2507D9AFF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3341" y="2923178"/>
            <a:ext cx="3315183" cy="1011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660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D4020D6-64B5-26C0-DDBA-45BE658EC4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98050" y="881450"/>
            <a:ext cx="6078351" cy="557182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AE09E93-A46F-0101-923A-226EA0DC92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83327" y="1477135"/>
            <a:ext cx="2389911" cy="30276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1575586-A52C-34CE-22C5-1FAC135B75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6194" y="2230153"/>
            <a:ext cx="1833703" cy="438495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E27CBA06-F5F0-9741-7D2B-BA821472AE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241" y="4404903"/>
            <a:ext cx="4070828" cy="993736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47B693D8-F52A-2AD8-0F0F-A5F8E4AD78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4419" y="5576469"/>
            <a:ext cx="1983551" cy="549985"/>
          </a:xfrm>
          <a:prstGeom prst="rect">
            <a:avLst/>
          </a:prstGeom>
        </p:spPr>
      </p:pic>
      <p:sp>
        <p:nvSpPr>
          <p:cNvPr id="5" name="Title 2">
            <a:extLst>
              <a:ext uri="{FF2B5EF4-FFF2-40B4-BE49-F238E27FC236}">
                <a16:creationId xmlns:a16="http://schemas.microsoft.com/office/drawing/2014/main" id="{3D8FDFE6-948A-BC5D-3355-CDAB8C155396}"/>
              </a:ext>
            </a:extLst>
          </p:cNvPr>
          <p:cNvSpPr txBox="1">
            <a:spLocks/>
          </p:cNvSpPr>
          <p:nvPr/>
        </p:nvSpPr>
        <p:spPr>
          <a:xfrm>
            <a:off x="415600" y="333594"/>
            <a:ext cx="11360800" cy="643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Regression - Quick Review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45A083-5D83-C134-D0CD-ACEA89C54B6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3341" y="2923178"/>
            <a:ext cx="3315183" cy="1011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5561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3B28B16A-04DD-7EA2-485D-3ED1D7A6F0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947" y="1564789"/>
            <a:ext cx="5135735" cy="40642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D34A894-2504-DB37-A825-17AF15301B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946" y="2441997"/>
            <a:ext cx="5135735" cy="553079"/>
          </a:xfrm>
          <a:prstGeom prst="rect">
            <a:avLst/>
          </a:prstGeom>
        </p:spPr>
      </p:pic>
      <p:sp>
        <p:nvSpPr>
          <p:cNvPr id="5" name="Title 2">
            <a:extLst>
              <a:ext uri="{FF2B5EF4-FFF2-40B4-BE49-F238E27FC236}">
                <a16:creationId xmlns:a16="http://schemas.microsoft.com/office/drawing/2014/main" id="{901C897C-529A-947F-C79C-9FCAC3979D0C}"/>
              </a:ext>
            </a:extLst>
          </p:cNvPr>
          <p:cNvSpPr txBox="1">
            <a:spLocks/>
          </p:cNvSpPr>
          <p:nvPr/>
        </p:nvSpPr>
        <p:spPr>
          <a:xfrm>
            <a:off x="415600" y="333594"/>
            <a:ext cx="11360800" cy="643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Regression - Quick Review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0D6473D-7663-DD18-E43D-AC7A41B9531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39923" y="881450"/>
            <a:ext cx="5194603" cy="557182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B8376A8-4DC7-58F9-F094-854BC462381D}"/>
              </a:ext>
            </a:extLst>
          </p:cNvPr>
          <p:cNvSpPr txBox="1">
            <a:spLocks/>
          </p:cNvSpPr>
          <p:nvPr/>
        </p:nvSpPr>
        <p:spPr>
          <a:xfrm>
            <a:off x="6754094" y="6484393"/>
            <a:ext cx="4150316" cy="33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000" dirty="0"/>
              <a:t>* Introduction to Statistical Learning with Applications in R</a:t>
            </a:r>
          </a:p>
        </p:txBody>
      </p:sp>
    </p:spTree>
    <p:extLst>
      <p:ext uri="{BB962C8B-B14F-4D97-AF65-F5344CB8AC3E}">
        <p14:creationId xmlns:p14="http://schemas.microsoft.com/office/powerpoint/2010/main" val="927144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083C294-E661-47F8-8E4C-E3996719CE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44" y="3433163"/>
            <a:ext cx="4126163" cy="125911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A2C8268-F73F-AB22-4766-AE4B79967E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6717" y="1544510"/>
            <a:ext cx="2482039" cy="46844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ED2D475-B776-215E-2CC3-05627183F1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0260" y="2385373"/>
            <a:ext cx="1644481" cy="62476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A0E24BA-044E-4FAF-FF25-5B62883D762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3915" y="5210059"/>
            <a:ext cx="3791479" cy="636736"/>
          </a:xfrm>
          <a:prstGeom prst="rect">
            <a:avLst/>
          </a:prstGeom>
        </p:spPr>
      </p:pic>
      <p:sp>
        <p:nvSpPr>
          <p:cNvPr id="7" name="Title 2">
            <a:extLst>
              <a:ext uri="{FF2B5EF4-FFF2-40B4-BE49-F238E27FC236}">
                <a16:creationId xmlns:a16="http://schemas.microsoft.com/office/drawing/2014/main" id="{B218AD73-0FB4-102A-4E29-31DC34C57B6D}"/>
              </a:ext>
            </a:extLst>
          </p:cNvPr>
          <p:cNvSpPr txBox="1">
            <a:spLocks/>
          </p:cNvSpPr>
          <p:nvPr/>
        </p:nvSpPr>
        <p:spPr>
          <a:xfrm>
            <a:off x="415600" y="333594"/>
            <a:ext cx="11360800" cy="643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Regression - Quick Review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71881B-35BB-E5B1-69DE-B9EB4480942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39923" y="881450"/>
            <a:ext cx="5194603" cy="557182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Title 2">
            <a:extLst>
              <a:ext uri="{FF2B5EF4-FFF2-40B4-BE49-F238E27FC236}">
                <a16:creationId xmlns:a16="http://schemas.microsoft.com/office/drawing/2014/main" id="{641E98C6-2314-0499-AD11-EC3DFA4F0227}"/>
              </a:ext>
            </a:extLst>
          </p:cNvPr>
          <p:cNvSpPr txBox="1">
            <a:spLocks/>
          </p:cNvSpPr>
          <p:nvPr/>
        </p:nvSpPr>
        <p:spPr>
          <a:xfrm>
            <a:off x="6754094" y="6484393"/>
            <a:ext cx="4150316" cy="33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000" dirty="0"/>
              <a:t>* Introduction to Statistical Learning with Applications in R</a:t>
            </a:r>
          </a:p>
        </p:txBody>
      </p:sp>
    </p:spTree>
    <p:extLst>
      <p:ext uri="{BB962C8B-B14F-4D97-AF65-F5344CB8AC3E}">
        <p14:creationId xmlns:p14="http://schemas.microsoft.com/office/powerpoint/2010/main" val="3488809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0D9575-526B-C427-4052-77B37A45BD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3915" y="5210059"/>
            <a:ext cx="3791479" cy="63673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A2C8268-F73F-AB22-4766-AE4B79967E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6717" y="1544510"/>
            <a:ext cx="2482039" cy="46844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ED2D475-B776-215E-2CC3-05627183F1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0260" y="2385373"/>
            <a:ext cx="1644481" cy="62476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F711C93-455B-0A19-CBF6-76A30ABC41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944" y="3433163"/>
            <a:ext cx="4126163" cy="12591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8B6CC8-B561-6C9E-3717-2A2D78F0E1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87852" y="913968"/>
            <a:ext cx="3699256" cy="172952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9B163C5-07A3-BD46-CF5C-37A283A4C7B0}"/>
              </a:ext>
            </a:extLst>
          </p:cNvPr>
          <p:cNvCxnSpPr/>
          <p:nvPr/>
        </p:nvCxnSpPr>
        <p:spPr>
          <a:xfrm>
            <a:off x="4488874" y="1778729"/>
            <a:ext cx="19431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27AE7DA1-3C60-C46B-7F6F-C9DAD97068C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46353" y="3141650"/>
            <a:ext cx="4533705" cy="1072863"/>
          </a:xfrm>
          <a:prstGeom prst="rect">
            <a:avLst/>
          </a:prstGeom>
          <a:ln>
            <a:solidFill>
              <a:schemeClr val="accent1">
                <a:shade val="95000"/>
                <a:satMod val="105000"/>
              </a:schemeClr>
            </a:solidFill>
          </a:ln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281C91F-2213-7474-459B-A3D276B2C849}"/>
              </a:ext>
            </a:extLst>
          </p:cNvPr>
          <p:cNvCxnSpPr>
            <a:cxnSpLocks/>
          </p:cNvCxnSpPr>
          <p:nvPr/>
        </p:nvCxnSpPr>
        <p:spPr>
          <a:xfrm flipV="1">
            <a:off x="4842165" y="3854928"/>
            <a:ext cx="1691475" cy="15691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58C248B4-0C7D-1157-7103-E34D3401DF7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46352" y="5315455"/>
            <a:ext cx="3210344" cy="535059"/>
          </a:xfrm>
          <a:prstGeom prst="rect">
            <a:avLst/>
          </a:prstGeom>
          <a:ln>
            <a:solidFill>
              <a:schemeClr val="accent1">
                <a:shade val="95000"/>
                <a:satMod val="105000"/>
              </a:schemeClr>
            </a:solidFill>
          </a:ln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625CB6F-9E9F-A80C-444A-F0880921FC4F}"/>
              </a:ext>
            </a:extLst>
          </p:cNvPr>
          <p:cNvCxnSpPr/>
          <p:nvPr/>
        </p:nvCxnSpPr>
        <p:spPr>
          <a:xfrm>
            <a:off x="4842164" y="5582984"/>
            <a:ext cx="17768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2">
            <a:extLst>
              <a:ext uri="{FF2B5EF4-FFF2-40B4-BE49-F238E27FC236}">
                <a16:creationId xmlns:a16="http://schemas.microsoft.com/office/drawing/2014/main" id="{412275CC-575F-BA9A-8232-82BE1B02AA78}"/>
              </a:ext>
            </a:extLst>
          </p:cNvPr>
          <p:cNvSpPr txBox="1">
            <a:spLocks/>
          </p:cNvSpPr>
          <p:nvPr/>
        </p:nvSpPr>
        <p:spPr>
          <a:xfrm>
            <a:off x="415600" y="333594"/>
            <a:ext cx="11360800" cy="643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Regression - Quick Review</a:t>
            </a:r>
          </a:p>
        </p:txBody>
      </p:sp>
    </p:spTree>
    <p:extLst>
      <p:ext uri="{BB962C8B-B14F-4D97-AF65-F5344CB8AC3E}">
        <p14:creationId xmlns:p14="http://schemas.microsoft.com/office/powerpoint/2010/main" val="3672497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D4020D6-64B5-26C0-DDBA-45BE658EC4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98050" y="881450"/>
            <a:ext cx="6078349" cy="557182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3ED8B27-8A90-37AB-A5F6-73EF12E9F8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933" y="1586287"/>
            <a:ext cx="2838847" cy="8383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13CAAD-A1CE-0FE2-DFF5-09CE31DEAF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528" y="2653921"/>
            <a:ext cx="3858163" cy="1038371"/>
          </a:xfrm>
          <a:prstGeom prst="rect">
            <a:avLst/>
          </a:prstGeom>
        </p:spPr>
      </p:pic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57DED1A-CD7F-5F9B-0B8D-8A04E3F5B2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7528" y="4076295"/>
            <a:ext cx="3858163" cy="763600"/>
          </a:xfrm>
        </p:spPr>
        <p:txBody>
          <a:bodyPr/>
          <a:lstStyle/>
          <a:p>
            <a:pPr marL="186258" indent="0">
              <a:buNone/>
            </a:pPr>
            <a:r>
              <a:rPr lang="en-US" sz="1600" dirty="0"/>
              <a:t>Goal: Minimize cost function</a:t>
            </a:r>
            <a:br>
              <a:rPr lang="en-US" sz="1067" dirty="0"/>
            </a:br>
            <a:endParaRPr lang="en-US" sz="1067" dirty="0"/>
          </a:p>
          <a:p>
            <a:endParaRPr lang="en-US" sz="1600" dirty="0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7D70FD97-E267-1535-325C-09AB7F877847}"/>
              </a:ext>
            </a:extLst>
          </p:cNvPr>
          <p:cNvSpPr txBox="1">
            <a:spLocks/>
          </p:cNvSpPr>
          <p:nvPr/>
        </p:nvSpPr>
        <p:spPr>
          <a:xfrm>
            <a:off x="415600" y="333594"/>
            <a:ext cx="11360800" cy="643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Logistic Regression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E2F1EE3-7150-6323-A65A-7F0E433CA1E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2505" y="4917665"/>
            <a:ext cx="5396003" cy="719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565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D4020D6-64B5-26C0-DDBA-45BE658EC4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98050" y="881450"/>
            <a:ext cx="6078349" cy="557182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18F961D-370A-D536-BA0D-1CAA6A5F79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427" y="2340706"/>
            <a:ext cx="5007287" cy="2176591"/>
          </a:xfrm>
          <a:prstGeom prst="rect">
            <a:avLst/>
          </a:prstGeom>
          <a:ln>
            <a:solidFill>
              <a:schemeClr val="accent1">
                <a:shade val="95000"/>
                <a:satMod val="105000"/>
              </a:schemeClr>
            </a:solidFill>
          </a:ln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C83E93A8-3D4F-200B-F113-1FD4A4C7FED1}"/>
              </a:ext>
            </a:extLst>
          </p:cNvPr>
          <p:cNvSpPr txBox="1">
            <a:spLocks/>
          </p:cNvSpPr>
          <p:nvPr/>
        </p:nvSpPr>
        <p:spPr>
          <a:xfrm>
            <a:off x="415600" y="333594"/>
            <a:ext cx="11360800" cy="643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Logistic Regression</a:t>
            </a:r>
          </a:p>
        </p:txBody>
      </p:sp>
    </p:spTree>
    <p:extLst>
      <p:ext uri="{BB962C8B-B14F-4D97-AF65-F5344CB8AC3E}">
        <p14:creationId xmlns:p14="http://schemas.microsoft.com/office/powerpoint/2010/main" val="9795561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D4020D6-64B5-26C0-DDBA-45BE658EC4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98050" y="881449"/>
            <a:ext cx="6078349" cy="557181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18F961D-370A-D536-BA0D-1CAA6A5F79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427" y="2340706"/>
            <a:ext cx="5007287" cy="2176591"/>
          </a:xfrm>
          <a:prstGeom prst="rect">
            <a:avLst/>
          </a:prstGeom>
          <a:ln>
            <a:solidFill>
              <a:schemeClr val="accent1">
                <a:shade val="95000"/>
                <a:satMod val="105000"/>
              </a:schemeClr>
            </a:solidFill>
          </a:ln>
        </p:spPr>
      </p:pic>
      <p:sp>
        <p:nvSpPr>
          <p:cNvPr id="5" name="Title 2">
            <a:extLst>
              <a:ext uri="{FF2B5EF4-FFF2-40B4-BE49-F238E27FC236}">
                <a16:creationId xmlns:a16="http://schemas.microsoft.com/office/drawing/2014/main" id="{DC7CC202-1671-3DD2-3C8F-746152173521}"/>
              </a:ext>
            </a:extLst>
          </p:cNvPr>
          <p:cNvSpPr txBox="1">
            <a:spLocks/>
          </p:cNvSpPr>
          <p:nvPr/>
        </p:nvSpPr>
        <p:spPr>
          <a:xfrm>
            <a:off x="415600" y="333594"/>
            <a:ext cx="11360800" cy="643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Logistic Regression</a:t>
            </a:r>
          </a:p>
        </p:txBody>
      </p:sp>
    </p:spTree>
    <p:extLst>
      <p:ext uri="{BB962C8B-B14F-4D97-AF65-F5344CB8AC3E}">
        <p14:creationId xmlns:p14="http://schemas.microsoft.com/office/powerpoint/2010/main" val="22392513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aph with red and blue dots&#10;&#10;Description automatically generated">
            <a:extLst>
              <a:ext uri="{FF2B5EF4-FFF2-40B4-BE49-F238E27FC236}">
                <a16:creationId xmlns:a16="http://schemas.microsoft.com/office/drawing/2014/main" id="{419DEA4A-5C23-31C0-43D9-AEB36AF2FA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2708" y="1107585"/>
            <a:ext cx="6239173" cy="5719243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68BEDE55-650C-1D91-F983-AB391A5B0A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6908" y="3196936"/>
            <a:ext cx="1707573" cy="1707573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9848A45C-F5D5-4D92-DD76-0AECC88D46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9670110" y="3196936"/>
            <a:ext cx="1707573" cy="1707573"/>
          </a:xfrm>
          <a:prstGeom prst="rect">
            <a:avLst/>
          </a:prstGeom>
        </p:spPr>
      </p:pic>
      <p:sp>
        <p:nvSpPr>
          <p:cNvPr id="9" name="Title 2">
            <a:extLst>
              <a:ext uri="{FF2B5EF4-FFF2-40B4-BE49-F238E27FC236}">
                <a16:creationId xmlns:a16="http://schemas.microsoft.com/office/drawing/2014/main" id="{BD7A3E3F-A401-92B7-8F7B-9EB5BAB5C64D}"/>
              </a:ext>
            </a:extLst>
          </p:cNvPr>
          <p:cNvSpPr txBox="1">
            <a:spLocks/>
          </p:cNvSpPr>
          <p:nvPr/>
        </p:nvSpPr>
        <p:spPr>
          <a:xfrm>
            <a:off x="415600" y="333594"/>
            <a:ext cx="11360800" cy="643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Logistic Regression - Limitations</a:t>
            </a:r>
          </a:p>
        </p:txBody>
      </p:sp>
    </p:spTree>
    <p:extLst>
      <p:ext uri="{BB962C8B-B14F-4D97-AF65-F5344CB8AC3E}">
        <p14:creationId xmlns:p14="http://schemas.microsoft.com/office/powerpoint/2010/main" val="2612514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olorful grid with black lines&#10;&#10;Description automatically generated with medium confidence">
            <a:extLst>
              <a:ext uri="{FF2B5EF4-FFF2-40B4-BE49-F238E27FC236}">
                <a16:creationId xmlns:a16="http://schemas.microsoft.com/office/drawing/2014/main" id="{19A07490-36E3-D811-189E-EF77D6F9C7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602" y="1885751"/>
            <a:ext cx="4629751" cy="3086500"/>
          </a:xfrm>
          <a:prstGeom prst="rect">
            <a:avLst/>
          </a:prstGeom>
        </p:spPr>
      </p:pic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A7BB8D9-ED5A-BC3B-9EB2-CD849ECDE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67118" y="1206876"/>
            <a:ext cx="3273175" cy="414483"/>
          </a:xfrm>
        </p:spPr>
        <p:txBody>
          <a:bodyPr/>
          <a:lstStyle/>
          <a:p>
            <a:pPr marL="186258" indent="0">
              <a:buNone/>
            </a:pPr>
            <a:r>
              <a:rPr lang="en-US" sz="1600" dirty="0"/>
              <a:t>Goal: Minimize cost function</a:t>
            </a:r>
            <a:br>
              <a:rPr lang="en-US" sz="1067" dirty="0"/>
            </a:br>
            <a:endParaRPr lang="en-US" sz="1067" dirty="0"/>
          </a:p>
          <a:p>
            <a:endParaRPr lang="en-US" sz="16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1A9FDD6-EE23-3B9A-A645-3191C67468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6262" y="1772385"/>
            <a:ext cx="3714887" cy="862617"/>
          </a:xfrm>
          <a:prstGeom prst="rect">
            <a:avLst/>
          </a:prstGeom>
        </p:spPr>
      </p:pic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FCBF94D7-9CF5-6E95-66C8-3375C48AD41C}"/>
              </a:ext>
            </a:extLst>
          </p:cNvPr>
          <p:cNvSpPr txBox="1">
            <a:spLocks/>
          </p:cNvSpPr>
          <p:nvPr/>
        </p:nvSpPr>
        <p:spPr>
          <a:xfrm>
            <a:off x="7008632" y="3370374"/>
            <a:ext cx="3990147" cy="687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 typeface="Arial" panose="020B0604020202020204" pitchFamily="34" charset="0"/>
              <a:buChar char="•"/>
              <a:defRPr sz="1867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L="1219170" marR="0" lvl="1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2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86258" indent="0" algn="ctr">
              <a:buNone/>
            </a:pPr>
            <a:r>
              <a:rPr lang="en-US" sz="1600" dirty="0"/>
              <a:t>Idea: The gradient points in the direction of greatest increase</a:t>
            </a:r>
            <a:br>
              <a:rPr lang="en-US" sz="1067" dirty="0"/>
            </a:br>
            <a:endParaRPr lang="en-US" sz="1067" dirty="0"/>
          </a:p>
          <a:p>
            <a:pPr algn="ctr"/>
            <a:endParaRPr lang="en-US" sz="16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64087B6-BBE9-6F73-86B7-9A90E7F408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9134" y="4201929"/>
            <a:ext cx="4389143" cy="763600"/>
          </a:xfrm>
          <a:prstGeom prst="rect">
            <a:avLst/>
          </a:prstGeom>
        </p:spPr>
      </p:pic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08457A90-14EA-6B6A-CCA3-1584626B69FE}"/>
              </a:ext>
            </a:extLst>
          </p:cNvPr>
          <p:cNvSpPr txBox="1">
            <a:spLocks/>
          </p:cNvSpPr>
          <p:nvPr/>
        </p:nvSpPr>
        <p:spPr>
          <a:xfrm>
            <a:off x="7008631" y="5425342"/>
            <a:ext cx="3990147" cy="687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 typeface="Arial" panose="020B0604020202020204" pitchFamily="34" charset="0"/>
              <a:buChar char="•"/>
              <a:defRPr sz="1867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L="1219170" marR="0" lvl="1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2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86258" indent="0" algn="ctr">
              <a:buNone/>
            </a:pPr>
            <a:r>
              <a:rPr lang="en-US" sz="1600" dirty="0"/>
              <a:t>So, we just head the opposite direction, looking for a minima!</a:t>
            </a:r>
            <a:br>
              <a:rPr lang="en-US" sz="1067" dirty="0"/>
            </a:br>
            <a:endParaRPr lang="en-US" sz="1067" dirty="0"/>
          </a:p>
          <a:p>
            <a:pPr algn="ctr"/>
            <a:endParaRPr lang="en-US" sz="16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F8C6C60-689D-3F55-C260-E079D8F410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3223" y="5393110"/>
            <a:ext cx="326943" cy="31975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1F128D4-6389-B1CE-332E-5F9842B0056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46307" y="5352604"/>
            <a:ext cx="300216" cy="31975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373F76E-0EFF-E589-D513-03A20320D08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44574" y="2168229"/>
            <a:ext cx="1121612" cy="316803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8F41F86-6135-05E6-F399-267B4D8EE921}"/>
              </a:ext>
            </a:extLst>
          </p:cNvPr>
          <p:cNvCxnSpPr/>
          <p:nvPr/>
        </p:nvCxnSpPr>
        <p:spPr>
          <a:xfrm flipV="1">
            <a:off x="2982191" y="4883728"/>
            <a:ext cx="1849583" cy="86137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E789747-C4C5-6B14-85BC-96E7992913FA}"/>
              </a:ext>
            </a:extLst>
          </p:cNvPr>
          <p:cNvCxnSpPr/>
          <p:nvPr/>
        </p:nvCxnSpPr>
        <p:spPr>
          <a:xfrm flipH="1" flipV="1">
            <a:off x="519545" y="5049983"/>
            <a:ext cx="1911928" cy="69511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itle 2">
            <a:extLst>
              <a:ext uri="{FF2B5EF4-FFF2-40B4-BE49-F238E27FC236}">
                <a16:creationId xmlns:a16="http://schemas.microsoft.com/office/drawing/2014/main" id="{6893AADE-D3ED-CC39-463D-AAFDBE8BEDC5}"/>
              </a:ext>
            </a:extLst>
          </p:cNvPr>
          <p:cNvSpPr txBox="1">
            <a:spLocks/>
          </p:cNvSpPr>
          <p:nvPr/>
        </p:nvSpPr>
        <p:spPr>
          <a:xfrm>
            <a:off x="519546" y="6055994"/>
            <a:ext cx="4244684" cy="33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000" dirty="0"/>
              <a:t>* Pic from </a:t>
            </a:r>
            <a:r>
              <a:rPr lang="en-US" sz="1000" i="1" dirty="0"/>
              <a:t>Spatial Uncertainty Sampling for End-to-End Control</a:t>
            </a:r>
            <a:endParaRPr lang="en-US" sz="1000" dirty="0"/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E4BBAF63-0E83-50BF-8E56-96776DA1A7CB}"/>
              </a:ext>
            </a:extLst>
          </p:cNvPr>
          <p:cNvSpPr txBox="1">
            <a:spLocks/>
          </p:cNvSpPr>
          <p:nvPr/>
        </p:nvSpPr>
        <p:spPr>
          <a:xfrm>
            <a:off x="415600" y="333594"/>
            <a:ext cx="11360800" cy="643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Gradient Descent</a:t>
            </a:r>
          </a:p>
        </p:txBody>
      </p:sp>
    </p:spTree>
    <p:extLst>
      <p:ext uri="{BB962C8B-B14F-4D97-AF65-F5344CB8AC3E}">
        <p14:creationId xmlns:p14="http://schemas.microsoft.com/office/powerpoint/2010/main" val="2539369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14" grpId="0"/>
      <p:bldP spid="17" grpId="0"/>
      <p:bldP spid="2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olorful grid with black lines&#10;&#10;Description automatically generated with medium confidence">
            <a:extLst>
              <a:ext uri="{FF2B5EF4-FFF2-40B4-BE49-F238E27FC236}">
                <a16:creationId xmlns:a16="http://schemas.microsoft.com/office/drawing/2014/main" id="{19A07490-36E3-D811-189E-EF77D6F9C7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602" y="1885751"/>
            <a:ext cx="4629751" cy="30865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F8C6C60-689D-3F55-C260-E079D8F410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3223" y="5393110"/>
            <a:ext cx="326943" cy="31975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1F128D4-6389-B1CE-332E-5F9842B005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46307" y="5352604"/>
            <a:ext cx="300216" cy="31975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373F76E-0EFF-E589-D513-03A20320D0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4574" y="2168229"/>
            <a:ext cx="1121612" cy="316803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8F41F86-6135-05E6-F399-267B4D8EE921}"/>
              </a:ext>
            </a:extLst>
          </p:cNvPr>
          <p:cNvCxnSpPr/>
          <p:nvPr/>
        </p:nvCxnSpPr>
        <p:spPr>
          <a:xfrm flipV="1">
            <a:off x="2982191" y="4883728"/>
            <a:ext cx="1849583" cy="86137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E789747-C4C5-6B14-85BC-96E7992913FA}"/>
              </a:ext>
            </a:extLst>
          </p:cNvPr>
          <p:cNvCxnSpPr/>
          <p:nvPr/>
        </p:nvCxnSpPr>
        <p:spPr>
          <a:xfrm flipH="1" flipV="1">
            <a:off x="519545" y="5049983"/>
            <a:ext cx="1911928" cy="69511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D666FC0-E141-848F-933C-1D380A8DA7FB}"/>
              </a:ext>
            </a:extLst>
          </p:cNvPr>
          <p:cNvCxnSpPr/>
          <p:nvPr/>
        </p:nvCxnSpPr>
        <p:spPr>
          <a:xfrm>
            <a:off x="2587336" y="2608117"/>
            <a:ext cx="519547" cy="290947"/>
          </a:xfrm>
          <a:prstGeom prst="straightConnector1">
            <a:avLst/>
          </a:prstGeom>
          <a:ln w="539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B654E0E-532D-7632-9A63-346FDDC74F23}"/>
              </a:ext>
            </a:extLst>
          </p:cNvPr>
          <p:cNvCxnSpPr>
            <a:cxnSpLocks/>
          </p:cNvCxnSpPr>
          <p:nvPr/>
        </p:nvCxnSpPr>
        <p:spPr>
          <a:xfrm>
            <a:off x="3165767" y="2885211"/>
            <a:ext cx="650576" cy="263235"/>
          </a:xfrm>
          <a:prstGeom prst="straightConnector1">
            <a:avLst/>
          </a:prstGeom>
          <a:ln w="539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FB17849-82F8-0E1D-1A22-CB7EC2FD6359}"/>
              </a:ext>
            </a:extLst>
          </p:cNvPr>
          <p:cNvCxnSpPr>
            <a:cxnSpLocks/>
          </p:cNvCxnSpPr>
          <p:nvPr/>
        </p:nvCxnSpPr>
        <p:spPr>
          <a:xfrm flipH="1">
            <a:off x="3491055" y="3207004"/>
            <a:ext cx="325288" cy="470224"/>
          </a:xfrm>
          <a:prstGeom prst="straightConnector1">
            <a:avLst/>
          </a:prstGeom>
          <a:ln w="539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C3044C6-9CDB-D277-BD96-347113AAE6A1}"/>
              </a:ext>
            </a:extLst>
          </p:cNvPr>
          <p:cNvCxnSpPr>
            <a:cxnSpLocks/>
          </p:cNvCxnSpPr>
          <p:nvPr/>
        </p:nvCxnSpPr>
        <p:spPr>
          <a:xfrm flipH="1">
            <a:off x="3241965" y="3675913"/>
            <a:ext cx="249091" cy="530099"/>
          </a:xfrm>
          <a:prstGeom prst="straightConnector1">
            <a:avLst/>
          </a:prstGeom>
          <a:ln w="539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54688B4-A930-2AF9-799E-B1C02FE04F1D}"/>
              </a:ext>
            </a:extLst>
          </p:cNvPr>
          <p:cNvCxnSpPr>
            <a:cxnSpLocks/>
          </p:cNvCxnSpPr>
          <p:nvPr/>
        </p:nvCxnSpPr>
        <p:spPr>
          <a:xfrm flipH="1" flipV="1">
            <a:off x="2730475" y="4105563"/>
            <a:ext cx="435292" cy="100448"/>
          </a:xfrm>
          <a:prstGeom prst="straightConnector1">
            <a:avLst/>
          </a:prstGeom>
          <a:ln w="539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B87762B-94F5-5702-DAFB-5B2AB8A7A01D}"/>
              </a:ext>
            </a:extLst>
          </p:cNvPr>
          <p:cNvCxnSpPr>
            <a:cxnSpLocks/>
          </p:cNvCxnSpPr>
          <p:nvPr/>
        </p:nvCxnSpPr>
        <p:spPr>
          <a:xfrm flipH="1" flipV="1">
            <a:off x="2348345" y="3940961"/>
            <a:ext cx="382131" cy="162552"/>
          </a:xfrm>
          <a:prstGeom prst="straightConnector1">
            <a:avLst/>
          </a:prstGeom>
          <a:ln w="539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31E45C8-155E-93A5-C231-B2D9687DFDA8}"/>
              </a:ext>
            </a:extLst>
          </p:cNvPr>
          <p:cNvCxnSpPr>
            <a:cxnSpLocks/>
          </p:cNvCxnSpPr>
          <p:nvPr/>
        </p:nvCxnSpPr>
        <p:spPr>
          <a:xfrm flipH="1">
            <a:off x="2067792" y="3932617"/>
            <a:ext cx="288611" cy="223171"/>
          </a:xfrm>
          <a:prstGeom prst="straightConnector1">
            <a:avLst/>
          </a:prstGeom>
          <a:ln w="539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8B61E94C-DE3F-D6DD-704B-E980B4E5A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20310" y="1206876"/>
            <a:ext cx="4551255" cy="414483"/>
          </a:xfrm>
        </p:spPr>
        <p:txBody>
          <a:bodyPr/>
          <a:lstStyle/>
          <a:p>
            <a:pPr marL="186258" indent="0">
              <a:buNone/>
            </a:pPr>
            <a:r>
              <a:rPr lang="en-US" sz="1600" dirty="0"/>
              <a:t>Start with a guess in some random spot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9961054F-3880-530D-EB2C-680D10043A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23085" y="1808569"/>
            <a:ext cx="2945699" cy="676465"/>
          </a:xfrm>
          <a:prstGeom prst="rect">
            <a:avLst/>
          </a:prstGeom>
        </p:spPr>
      </p:pic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B02CC145-9B7E-9599-478E-CE619B6386F8}"/>
              </a:ext>
            </a:extLst>
          </p:cNvPr>
          <p:cNvSpPr txBox="1">
            <a:spLocks/>
          </p:cNvSpPr>
          <p:nvPr/>
        </p:nvSpPr>
        <p:spPr>
          <a:xfrm>
            <a:off x="6920310" y="3273138"/>
            <a:ext cx="4551255" cy="676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 typeface="Arial" panose="020B0604020202020204" pitchFamily="34" charset="0"/>
              <a:buChar char="•"/>
              <a:defRPr sz="1867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L="1219170" marR="0" lvl="1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2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86258" indent="0">
              <a:buNone/>
            </a:pPr>
            <a:r>
              <a:rPr lang="en-US" sz="1600" dirty="0"/>
              <a:t>Then calculate the gradient at that spot and take a step in the opposite direction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33ACA9C8-ED3A-7F91-E352-95D6C9215CA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5804" y="4162044"/>
            <a:ext cx="5340259" cy="486451"/>
          </a:xfrm>
          <a:prstGeom prst="rect">
            <a:avLst/>
          </a:prstGeom>
        </p:spPr>
      </p:pic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9F09FD55-B066-8DCF-5373-A851FCD91B17}"/>
              </a:ext>
            </a:extLst>
          </p:cNvPr>
          <p:cNvSpPr txBox="1">
            <a:spLocks/>
          </p:cNvSpPr>
          <p:nvPr/>
        </p:nvSpPr>
        <p:spPr>
          <a:xfrm>
            <a:off x="6827249" y="5552988"/>
            <a:ext cx="4737371" cy="414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 typeface="Arial" panose="020B0604020202020204" pitchFamily="34" charset="0"/>
              <a:buChar char="•"/>
              <a:defRPr sz="1867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L="1219170" marR="0" lvl="1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2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86258" indent="0" algn="ctr">
              <a:buNone/>
            </a:pPr>
            <a:r>
              <a:rPr lang="en-US" sz="1600" dirty="0"/>
              <a:t>Then iterate until a stop condition is met!</a:t>
            </a:r>
          </a:p>
        </p:txBody>
      </p:sp>
      <p:sp>
        <p:nvSpPr>
          <p:cNvPr id="38" name="Title 2">
            <a:extLst>
              <a:ext uri="{FF2B5EF4-FFF2-40B4-BE49-F238E27FC236}">
                <a16:creationId xmlns:a16="http://schemas.microsoft.com/office/drawing/2014/main" id="{EEEB4E72-D2A0-C07E-781A-76B5343FC25B}"/>
              </a:ext>
            </a:extLst>
          </p:cNvPr>
          <p:cNvSpPr txBox="1">
            <a:spLocks/>
          </p:cNvSpPr>
          <p:nvPr/>
        </p:nvSpPr>
        <p:spPr>
          <a:xfrm>
            <a:off x="519546" y="6055994"/>
            <a:ext cx="4244684" cy="33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000" dirty="0"/>
              <a:t>* Pic from </a:t>
            </a:r>
            <a:r>
              <a:rPr lang="en-US" sz="1000" i="1" dirty="0"/>
              <a:t>Spatial Uncertainty Sampling for End-to-End Control</a:t>
            </a:r>
            <a:endParaRPr lang="en-US" sz="1000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3083A06F-B1A1-5ADD-5FA5-27039160F018}"/>
              </a:ext>
            </a:extLst>
          </p:cNvPr>
          <p:cNvSpPr txBox="1">
            <a:spLocks/>
          </p:cNvSpPr>
          <p:nvPr/>
        </p:nvSpPr>
        <p:spPr>
          <a:xfrm>
            <a:off x="415600" y="333594"/>
            <a:ext cx="11360800" cy="643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Gradient Descent</a:t>
            </a:r>
          </a:p>
        </p:txBody>
      </p:sp>
    </p:spTree>
    <p:extLst>
      <p:ext uri="{BB962C8B-B14F-4D97-AF65-F5344CB8AC3E}">
        <p14:creationId xmlns:p14="http://schemas.microsoft.com/office/powerpoint/2010/main" val="532507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build="p"/>
      <p:bldP spid="34" grpId="0" build="p"/>
      <p:bldP spid="37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D4020D6-64B5-26C0-DDBA-45BE658EC4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98050" y="881450"/>
            <a:ext cx="6078351" cy="557182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Title 2">
            <a:extLst>
              <a:ext uri="{FF2B5EF4-FFF2-40B4-BE49-F238E27FC236}">
                <a16:creationId xmlns:a16="http://schemas.microsoft.com/office/drawing/2014/main" id="{4A4C34E8-A749-DBE7-662D-A6653688DCA3}"/>
              </a:ext>
            </a:extLst>
          </p:cNvPr>
          <p:cNvSpPr txBox="1">
            <a:spLocks/>
          </p:cNvSpPr>
          <p:nvPr/>
        </p:nvSpPr>
        <p:spPr>
          <a:xfrm>
            <a:off x="3375681" y="6519817"/>
            <a:ext cx="4644737" cy="33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000" dirty="0"/>
              <a:t>* Modified example from from </a:t>
            </a:r>
            <a:r>
              <a:rPr lang="en-US" sz="1000" i="1" dirty="0"/>
              <a:t>Daniel Oehm | Gradient Descending</a:t>
            </a:r>
            <a:endParaRPr lang="en-US" sz="1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4829F39-C7F5-6F09-3AF1-0154CE2453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671" y="1529146"/>
            <a:ext cx="4249676" cy="379971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BBE4F60B-30F4-DC80-1AE5-F0608586B779}"/>
              </a:ext>
            </a:extLst>
          </p:cNvPr>
          <p:cNvSpPr txBox="1">
            <a:spLocks/>
          </p:cNvSpPr>
          <p:nvPr/>
        </p:nvSpPr>
        <p:spPr>
          <a:xfrm>
            <a:off x="415600" y="333594"/>
            <a:ext cx="11360800" cy="643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Gradient Descent</a:t>
            </a:r>
          </a:p>
        </p:txBody>
      </p:sp>
    </p:spTree>
    <p:extLst>
      <p:ext uri="{BB962C8B-B14F-4D97-AF65-F5344CB8AC3E}">
        <p14:creationId xmlns:p14="http://schemas.microsoft.com/office/powerpoint/2010/main" val="2711264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D4020D6-64B5-26C0-DDBA-45BE658EC4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98050" y="881450"/>
            <a:ext cx="6078351" cy="557182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Title 2">
            <a:extLst>
              <a:ext uri="{FF2B5EF4-FFF2-40B4-BE49-F238E27FC236}">
                <a16:creationId xmlns:a16="http://schemas.microsoft.com/office/drawing/2014/main" id="{4A4C34E8-A749-DBE7-662D-A6653688DCA3}"/>
              </a:ext>
            </a:extLst>
          </p:cNvPr>
          <p:cNvSpPr txBox="1">
            <a:spLocks/>
          </p:cNvSpPr>
          <p:nvPr/>
        </p:nvSpPr>
        <p:spPr>
          <a:xfrm>
            <a:off x="3375681" y="6519817"/>
            <a:ext cx="4644737" cy="33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000" dirty="0"/>
              <a:t>* Modified example from from </a:t>
            </a:r>
            <a:r>
              <a:rPr lang="en-US" sz="1000" i="1" dirty="0"/>
              <a:t>Daniel Oehm | Gradient Descending</a:t>
            </a:r>
            <a:endParaRPr lang="en-US" sz="1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CF6F5A-F612-66A4-EBDE-778D4EB401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2" y="1987789"/>
            <a:ext cx="4350327" cy="7398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F67BD56-1B6A-C5AB-88DA-B5D5DFC6768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5601" y="4307279"/>
            <a:ext cx="4922539" cy="68176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26A7681-3152-61A6-8F6E-86F2EC5485D6}"/>
              </a:ext>
            </a:extLst>
          </p:cNvPr>
          <p:cNvCxnSpPr/>
          <p:nvPr/>
        </p:nvCxnSpPr>
        <p:spPr>
          <a:xfrm>
            <a:off x="2222084" y="2982191"/>
            <a:ext cx="0" cy="8832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2">
            <a:extLst>
              <a:ext uri="{FF2B5EF4-FFF2-40B4-BE49-F238E27FC236}">
                <a16:creationId xmlns:a16="http://schemas.microsoft.com/office/drawing/2014/main" id="{0895D60D-8699-0054-D5CF-520BF6217F99}"/>
              </a:ext>
            </a:extLst>
          </p:cNvPr>
          <p:cNvSpPr txBox="1">
            <a:spLocks/>
          </p:cNvSpPr>
          <p:nvPr/>
        </p:nvSpPr>
        <p:spPr>
          <a:xfrm>
            <a:off x="415600" y="333594"/>
            <a:ext cx="11360800" cy="643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Gradient Descent</a:t>
            </a:r>
          </a:p>
        </p:txBody>
      </p:sp>
    </p:spTree>
    <p:extLst>
      <p:ext uri="{BB962C8B-B14F-4D97-AF65-F5344CB8AC3E}">
        <p14:creationId xmlns:p14="http://schemas.microsoft.com/office/powerpoint/2010/main" val="2785831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D4020D6-64B5-26C0-DDBA-45BE658EC4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98050" y="881450"/>
            <a:ext cx="6078351" cy="557182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Title 2">
            <a:extLst>
              <a:ext uri="{FF2B5EF4-FFF2-40B4-BE49-F238E27FC236}">
                <a16:creationId xmlns:a16="http://schemas.microsoft.com/office/drawing/2014/main" id="{4A4C34E8-A749-DBE7-662D-A6653688DCA3}"/>
              </a:ext>
            </a:extLst>
          </p:cNvPr>
          <p:cNvSpPr txBox="1">
            <a:spLocks/>
          </p:cNvSpPr>
          <p:nvPr/>
        </p:nvSpPr>
        <p:spPr>
          <a:xfrm>
            <a:off x="3375681" y="6519817"/>
            <a:ext cx="4644737" cy="33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000" dirty="0"/>
              <a:t>* Modified example from from </a:t>
            </a:r>
            <a:r>
              <a:rPr lang="en-US" sz="1000" i="1" dirty="0"/>
              <a:t>Daniel Oehm | Gradient Descending</a:t>
            </a:r>
            <a:endParaRPr lang="en-US" sz="1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51F1591-D98C-6DA2-EA7B-FB1B18047A93}"/>
                  </a:ext>
                </a:extLst>
              </p:cNvPr>
              <p:cNvSpPr txBox="1"/>
              <p:nvPr/>
            </p:nvSpPr>
            <p:spPr>
              <a:xfrm>
                <a:off x="5654842" y="2974207"/>
                <a:ext cx="177934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51F1591-D98C-6DA2-EA7B-FB1B18047A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4842" y="2974207"/>
                <a:ext cx="177934" cy="215444"/>
              </a:xfrm>
              <a:prstGeom prst="rect">
                <a:avLst/>
              </a:prstGeom>
              <a:blipFill>
                <a:blip r:embed="rId4"/>
                <a:stretch>
                  <a:fillRect l="-17241" r="-13793"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itle 2">
            <a:extLst>
              <a:ext uri="{FF2B5EF4-FFF2-40B4-BE49-F238E27FC236}">
                <a16:creationId xmlns:a16="http://schemas.microsoft.com/office/drawing/2014/main" id="{84BBD366-5982-EC28-84FE-D9EA82E44E18}"/>
              </a:ext>
            </a:extLst>
          </p:cNvPr>
          <p:cNvSpPr txBox="1">
            <a:spLocks/>
          </p:cNvSpPr>
          <p:nvPr/>
        </p:nvSpPr>
        <p:spPr>
          <a:xfrm>
            <a:off x="415600" y="333594"/>
            <a:ext cx="11360800" cy="643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Gradient Descent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12B003A-0B21-FE45-CDB5-C0C2EA2D2D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7645" y="1821602"/>
            <a:ext cx="5138203" cy="3486637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F6A58CBD-E2BC-9D5A-E248-14CACB1FBFE0}"/>
              </a:ext>
            </a:extLst>
          </p:cNvPr>
          <p:cNvSpPr/>
          <p:nvPr/>
        </p:nvSpPr>
        <p:spPr>
          <a:xfrm>
            <a:off x="166105" y="4114800"/>
            <a:ext cx="5216161" cy="7748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962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D4020D6-64B5-26C0-DDBA-45BE658EC4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98050" y="881450"/>
            <a:ext cx="6078351" cy="557182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Title 2">
            <a:extLst>
              <a:ext uri="{FF2B5EF4-FFF2-40B4-BE49-F238E27FC236}">
                <a16:creationId xmlns:a16="http://schemas.microsoft.com/office/drawing/2014/main" id="{4A4C34E8-A749-DBE7-662D-A6653688DCA3}"/>
              </a:ext>
            </a:extLst>
          </p:cNvPr>
          <p:cNvSpPr txBox="1">
            <a:spLocks/>
          </p:cNvSpPr>
          <p:nvPr/>
        </p:nvSpPr>
        <p:spPr>
          <a:xfrm>
            <a:off x="3375681" y="6519817"/>
            <a:ext cx="4644737" cy="33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000" dirty="0"/>
              <a:t>* Modified example from from </a:t>
            </a:r>
            <a:r>
              <a:rPr lang="en-US" sz="1000" i="1" dirty="0"/>
              <a:t>Daniel Oehm | Gradient Descending</a:t>
            </a:r>
            <a:endParaRPr lang="en-US" sz="1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A37D9FC-8AA2-5E57-C5E8-AE88CBAAC5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5975" y="1362787"/>
            <a:ext cx="4807624" cy="1360256"/>
          </a:xfrm>
          <a:prstGeom prst="rect">
            <a:avLst/>
          </a:prstGeom>
        </p:spPr>
      </p:pic>
      <p:pic>
        <p:nvPicPr>
          <p:cNvPr id="5" name="Picture 4" descr="A map of a topographical map&#10;&#10;Description automatically generated">
            <a:extLst>
              <a:ext uri="{FF2B5EF4-FFF2-40B4-BE49-F238E27FC236}">
                <a16:creationId xmlns:a16="http://schemas.microsoft.com/office/drawing/2014/main" id="{61F655E2-C8F9-7458-AD2D-C4A4010B90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456" y="3237572"/>
            <a:ext cx="3159491" cy="2896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42DA8A8-C80F-4778-2A04-23B90806C4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13732" y="6129848"/>
            <a:ext cx="264221" cy="2695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FB93FDF-380F-03D4-1119-4D2ECFDF273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6215" y="4550887"/>
            <a:ext cx="262775" cy="26957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51F1591-D98C-6DA2-EA7B-FB1B18047A93}"/>
                  </a:ext>
                </a:extLst>
              </p:cNvPr>
              <p:cNvSpPr txBox="1"/>
              <p:nvPr/>
            </p:nvSpPr>
            <p:spPr>
              <a:xfrm>
                <a:off x="5654842" y="2974207"/>
                <a:ext cx="177934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51F1591-D98C-6DA2-EA7B-FB1B18047A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4842" y="2974207"/>
                <a:ext cx="177934" cy="215444"/>
              </a:xfrm>
              <a:prstGeom prst="rect">
                <a:avLst/>
              </a:prstGeom>
              <a:blipFill>
                <a:blip r:embed="rId8"/>
                <a:stretch>
                  <a:fillRect l="-17241" r="-13793"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9C2EF81-1C6D-1BD2-756F-A1F190AB11B1}"/>
                  </a:ext>
                </a:extLst>
              </p:cNvPr>
              <p:cNvSpPr txBox="1"/>
              <p:nvPr/>
            </p:nvSpPr>
            <p:spPr>
              <a:xfrm>
                <a:off x="1754032" y="3451916"/>
                <a:ext cx="10364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9C2EF81-1C6D-1BD2-756F-A1F190AB11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4032" y="3451916"/>
                <a:ext cx="103645" cy="215444"/>
              </a:xfrm>
              <a:prstGeom prst="rect">
                <a:avLst/>
              </a:prstGeom>
              <a:blipFill>
                <a:blip r:embed="rId9"/>
                <a:stretch>
                  <a:fillRect l="-52941" r="-70588" b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itle 2">
            <a:extLst>
              <a:ext uri="{FF2B5EF4-FFF2-40B4-BE49-F238E27FC236}">
                <a16:creationId xmlns:a16="http://schemas.microsoft.com/office/drawing/2014/main" id="{84BBD366-5982-EC28-84FE-D9EA82E44E18}"/>
              </a:ext>
            </a:extLst>
          </p:cNvPr>
          <p:cNvSpPr txBox="1">
            <a:spLocks/>
          </p:cNvSpPr>
          <p:nvPr/>
        </p:nvSpPr>
        <p:spPr>
          <a:xfrm>
            <a:off x="415600" y="333594"/>
            <a:ext cx="11360800" cy="643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Gradient Descent</a:t>
            </a:r>
          </a:p>
        </p:txBody>
      </p:sp>
    </p:spTree>
    <p:extLst>
      <p:ext uri="{BB962C8B-B14F-4D97-AF65-F5344CB8AC3E}">
        <p14:creationId xmlns:p14="http://schemas.microsoft.com/office/powerpoint/2010/main" val="1956090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D4020D6-64B5-26C0-DDBA-45BE658EC4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98050" y="881450"/>
            <a:ext cx="6078349" cy="557182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Title 2">
            <a:extLst>
              <a:ext uri="{FF2B5EF4-FFF2-40B4-BE49-F238E27FC236}">
                <a16:creationId xmlns:a16="http://schemas.microsoft.com/office/drawing/2014/main" id="{4A4C34E8-A749-DBE7-662D-A6653688DCA3}"/>
              </a:ext>
            </a:extLst>
          </p:cNvPr>
          <p:cNvSpPr txBox="1">
            <a:spLocks/>
          </p:cNvSpPr>
          <p:nvPr/>
        </p:nvSpPr>
        <p:spPr>
          <a:xfrm>
            <a:off x="3375681" y="6519817"/>
            <a:ext cx="4644737" cy="33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000" dirty="0"/>
              <a:t>* Modified example from from </a:t>
            </a:r>
            <a:r>
              <a:rPr lang="en-US" sz="1000" i="1" dirty="0"/>
              <a:t>Daniel Oehm | Gradient Descending</a:t>
            </a:r>
            <a:endParaRPr lang="en-US" sz="1000" dirty="0"/>
          </a:p>
        </p:txBody>
      </p:sp>
      <p:pic>
        <p:nvPicPr>
          <p:cNvPr id="5" name="Picture 4" descr="A map of a topographical map&#10;&#10;Description automatically generated">
            <a:extLst>
              <a:ext uri="{FF2B5EF4-FFF2-40B4-BE49-F238E27FC236}">
                <a16:creationId xmlns:a16="http://schemas.microsoft.com/office/drawing/2014/main" id="{28E71731-9585-0DCC-0A97-ED5D697FA5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456" y="3237572"/>
            <a:ext cx="3159491" cy="2896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7C6EC70-92F5-A086-84E3-0F9885268B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3732" y="6129848"/>
            <a:ext cx="264221" cy="2695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182602-8500-9406-EB42-82860FDDE9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6215" y="4550887"/>
            <a:ext cx="262775" cy="26957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98DA5D0-1031-4845-2306-99A2B6103319}"/>
                  </a:ext>
                </a:extLst>
              </p:cNvPr>
              <p:cNvSpPr txBox="1"/>
              <p:nvPr/>
            </p:nvSpPr>
            <p:spPr>
              <a:xfrm>
                <a:off x="1754032" y="3451916"/>
                <a:ext cx="10364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98DA5D0-1031-4845-2306-99A2B61033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4032" y="3451916"/>
                <a:ext cx="103645" cy="215444"/>
              </a:xfrm>
              <a:prstGeom prst="rect">
                <a:avLst/>
              </a:prstGeom>
              <a:blipFill>
                <a:blip r:embed="rId7"/>
                <a:stretch>
                  <a:fillRect l="-52941" r="-70588" b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B3B99AE-EBF0-7512-BA9B-D3A52AA54CA9}"/>
              </a:ext>
            </a:extLst>
          </p:cNvPr>
          <p:cNvCxnSpPr>
            <a:cxnSpLocks/>
          </p:cNvCxnSpPr>
          <p:nvPr/>
        </p:nvCxnSpPr>
        <p:spPr>
          <a:xfrm>
            <a:off x="1900885" y="3600621"/>
            <a:ext cx="212033" cy="6673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BA33750-86B2-688E-D7BD-1863C1638408}"/>
                  </a:ext>
                </a:extLst>
              </p:cNvPr>
              <p:cNvSpPr txBox="1"/>
              <p:nvPr/>
            </p:nvSpPr>
            <p:spPr>
              <a:xfrm>
                <a:off x="2108563" y="3556189"/>
                <a:ext cx="10364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BA33750-86B2-688E-D7BD-1863C16384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8563" y="3556189"/>
                <a:ext cx="103645" cy="215444"/>
              </a:xfrm>
              <a:prstGeom prst="rect">
                <a:avLst/>
              </a:prstGeom>
              <a:blipFill>
                <a:blip r:embed="rId7"/>
                <a:stretch>
                  <a:fillRect l="-52941" r="-70588" b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itle 2">
            <a:extLst>
              <a:ext uri="{FF2B5EF4-FFF2-40B4-BE49-F238E27FC236}">
                <a16:creationId xmlns:a16="http://schemas.microsoft.com/office/drawing/2014/main" id="{B48615EC-7F4D-3496-CAEE-BF8E69E41932}"/>
              </a:ext>
            </a:extLst>
          </p:cNvPr>
          <p:cNvSpPr txBox="1">
            <a:spLocks/>
          </p:cNvSpPr>
          <p:nvPr/>
        </p:nvSpPr>
        <p:spPr>
          <a:xfrm>
            <a:off x="415600" y="333594"/>
            <a:ext cx="11360800" cy="643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Gradient Descent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66C103-720C-8BE9-BE2D-CD0258551AA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5975" y="1362787"/>
            <a:ext cx="4807624" cy="1360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701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D4020D6-64B5-26C0-DDBA-45BE658EC4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98050" y="881450"/>
            <a:ext cx="6078349" cy="557182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Title 2">
            <a:extLst>
              <a:ext uri="{FF2B5EF4-FFF2-40B4-BE49-F238E27FC236}">
                <a16:creationId xmlns:a16="http://schemas.microsoft.com/office/drawing/2014/main" id="{4A4C34E8-A749-DBE7-662D-A6653688DCA3}"/>
              </a:ext>
            </a:extLst>
          </p:cNvPr>
          <p:cNvSpPr txBox="1">
            <a:spLocks/>
          </p:cNvSpPr>
          <p:nvPr/>
        </p:nvSpPr>
        <p:spPr>
          <a:xfrm>
            <a:off x="3375681" y="6519817"/>
            <a:ext cx="4644737" cy="33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000" dirty="0"/>
              <a:t>* Modified example from from </a:t>
            </a:r>
            <a:r>
              <a:rPr lang="en-US" sz="1000" i="1" dirty="0"/>
              <a:t>Daniel Oehm | Gradient Descending</a:t>
            </a:r>
            <a:endParaRPr lang="en-US" sz="1000" dirty="0"/>
          </a:p>
        </p:txBody>
      </p:sp>
      <p:pic>
        <p:nvPicPr>
          <p:cNvPr id="5" name="Picture 4" descr="A map of a topographical map&#10;&#10;Description automatically generated">
            <a:extLst>
              <a:ext uri="{FF2B5EF4-FFF2-40B4-BE49-F238E27FC236}">
                <a16:creationId xmlns:a16="http://schemas.microsoft.com/office/drawing/2014/main" id="{433906B8-8F0B-4729-D8C1-6976F7E278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456" y="3237572"/>
            <a:ext cx="3159491" cy="2896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11A7C7C-B423-C0E1-A825-82EA90B8AF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3732" y="6129848"/>
            <a:ext cx="264221" cy="2695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853AAEA-7A17-A25D-C823-CC9B4CA1351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6215" y="4550887"/>
            <a:ext cx="262775" cy="26957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033AC10-7A1A-0DBF-D4D0-2F897794F0AD}"/>
                  </a:ext>
                </a:extLst>
              </p:cNvPr>
              <p:cNvSpPr txBox="1"/>
              <p:nvPr/>
            </p:nvSpPr>
            <p:spPr>
              <a:xfrm>
                <a:off x="1754032" y="3451916"/>
                <a:ext cx="10364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033AC10-7A1A-0DBF-D4D0-2F897794F0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4032" y="3451916"/>
                <a:ext cx="103645" cy="215444"/>
              </a:xfrm>
              <a:prstGeom prst="rect">
                <a:avLst/>
              </a:prstGeom>
              <a:blipFill>
                <a:blip r:embed="rId7"/>
                <a:stretch>
                  <a:fillRect l="-52941" r="-70588" b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F1AD099-CECA-31DF-028F-BB96FE075623}"/>
              </a:ext>
            </a:extLst>
          </p:cNvPr>
          <p:cNvCxnSpPr>
            <a:cxnSpLocks/>
          </p:cNvCxnSpPr>
          <p:nvPr/>
        </p:nvCxnSpPr>
        <p:spPr>
          <a:xfrm>
            <a:off x="1900885" y="3600621"/>
            <a:ext cx="212033" cy="6673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06BB02F-B673-BDAF-3892-630085B4DF73}"/>
                  </a:ext>
                </a:extLst>
              </p:cNvPr>
              <p:cNvSpPr txBox="1"/>
              <p:nvPr/>
            </p:nvSpPr>
            <p:spPr>
              <a:xfrm>
                <a:off x="2108563" y="3556189"/>
                <a:ext cx="10364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06BB02F-B673-BDAF-3892-630085B4DF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8563" y="3556189"/>
                <a:ext cx="103645" cy="215444"/>
              </a:xfrm>
              <a:prstGeom prst="rect">
                <a:avLst/>
              </a:prstGeom>
              <a:blipFill>
                <a:blip r:embed="rId7"/>
                <a:stretch>
                  <a:fillRect l="-52941" r="-70588" b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CBFB781-11BC-C6A7-A66B-7D9501F86919}"/>
              </a:ext>
            </a:extLst>
          </p:cNvPr>
          <p:cNvCxnSpPr>
            <a:cxnSpLocks/>
          </p:cNvCxnSpPr>
          <p:nvPr/>
        </p:nvCxnSpPr>
        <p:spPr>
          <a:xfrm>
            <a:off x="2216915" y="3733770"/>
            <a:ext cx="83524" cy="22221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BA3DCC3-38E3-0FDC-6D2A-20100F76A1BD}"/>
                  </a:ext>
                </a:extLst>
              </p:cNvPr>
              <p:cNvSpPr txBox="1"/>
              <p:nvPr/>
            </p:nvSpPr>
            <p:spPr>
              <a:xfrm>
                <a:off x="2246722" y="3878559"/>
                <a:ext cx="10364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BA3DCC3-38E3-0FDC-6D2A-20100F76A1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6722" y="3878559"/>
                <a:ext cx="103645" cy="215444"/>
              </a:xfrm>
              <a:prstGeom prst="rect">
                <a:avLst/>
              </a:prstGeom>
              <a:blipFill>
                <a:blip r:embed="rId7"/>
                <a:stretch>
                  <a:fillRect l="-52941" r="-70588" b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itle 2">
            <a:extLst>
              <a:ext uri="{FF2B5EF4-FFF2-40B4-BE49-F238E27FC236}">
                <a16:creationId xmlns:a16="http://schemas.microsoft.com/office/drawing/2014/main" id="{D06A4568-7009-C87A-6584-F2E7BBFE7BAD}"/>
              </a:ext>
            </a:extLst>
          </p:cNvPr>
          <p:cNvSpPr txBox="1">
            <a:spLocks/>
          </p:cNvSpPr>
          <p:nvPr/>
        </p:nvSpPr>
        <p:spPr>
          <a:xfrm>
            <a:off x="415600" y="333594"/>
            <a:ext cx="11360800" cy="643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Gradient Descent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C189A4-9E37-CD22-1852-6B80F0ED8BD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5975" y="1362787"/>
            <a:ext cx="4807624" cy="1360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931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D4020D6-64B5-26C0-DDBA-45BE658EC4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98050" y="881450"/>
            <a:ext cx="6078349" cy="557182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Title 2">
            <a:extLst>
              <a:ext uri="{FF2B5EF4-FFF2-40B4-BE49-F238E27FC236}">
                <a16:creationId xmlns:a16="http://schemas.microsoft.com/office/drawing/2014/main" id="{4A4C34E8-A749-DBE7-662D-A6653688DCA3}"/>
              </a:ext>
            </a:extLst>
          </p:cNvPr>
          <p:cNvSpPr txBox="1">
            <a:spLocks/>
          </p:cNvSpPr>
          <p:nvPr/>
        </p:nvSpPr>
        <p:spPr>
          <a:xfrm>
            <a:off x="3375681" y="6519817"/>
            <a:ext cx="4644737" cy="33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000" dirty="0"/>
              <a:t>* Modified example from from </a:t>
            </a:r>
            <a:r>
              <a:rPr lang="en-US" sz="1000" i="1" dirty="0"/>
              <a:t>Daniel Oehm | Gradient Descending</a:t>
            </a:r>
            <a:endParaRPr lang="en-US" sz="1000" dirty="0"/>
          </a:p>
        </p:txBody>
      </p:sp>
      <p:pic>
        <p:nvPicPr>
          <p:cNvPr id="6" name="Picture 5" descr="A map of a topographical map&#10;&#10;Description automatically generated">
            <a:extLst>
              <a:ext uri="{FF2B5EF4-FFF2-40B4-BE49-F238E27FC236}">
                <a16:creationId xmlns:a16="http://schemas.microsoft.com/office/drawing/2014/main" id="{4895B5BC-9EC6-022B-48FB-2620C1B750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456" y="3237572"/>
            <a:ext cx="3159491" cy="2896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BAE0D7-F93D-D6ED-8A71-75A34EDAE6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3732" y="6129848"/>
            <a:ext cx="264221" cy="2695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35B1127-A15B-7D84-9A15-C3E7EE8645F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6215" y="4550887"/>
            <a:ext cx="262775" cy="26957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DEFAF0B-CF2F-EBBA-FF51-F1877E2C96E5}"/>
                  </a:ext>
                </a:extLst>
              </p:cNvPr>
              <p:cNvSpPr txBox="1"/>
              <p:nvPr/>
            </p:nvSpPr>
            <p:spPr>
              <a:xfrm>
                <a:off x="1754032" y="3451916"/>
                <a:ext cx="10364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DEFAF0B-CF2F-EBBA-FF51-F1877E2C96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4032" y="3451916"/>
                <a:ext cx="103645" cy="215444"/>
              </a:xfrm>
              <a:prstGeom prst="rect">
                <a:avLst/>
              </a:prstGeom>
              <a:blipFill>
                <a:blip r:embed="rId7"/>
                <a:stretch>
                  <a:fillRect l="-52941" r="-70588" b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DA42962-603B-DCAE-F54E-BFB078766BF7}"/>
              </a:ext>
            </a:extLst>
          </p:cNvPr>
          <p:cNvCxnSpPr>
            <a:cxnSpLocks/>
          </p:cNvCxnSpPr>
          <p:nvPr/>
        </p:nvCxnSpPr>
        <p:spPr>
          <a:xfrm>
            <a:off x="2216915" y="3733770"/>
            <a:ext cx="83524" cy="22221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8EB81BF-37CD-1123-D378-8B776E310354}"/>
                  </a:ext>
                </a:extLst>
              </p:cNvPr>
              <p:cNvSpPr txBox="1"/>
              <p:nvPr/>
            </p:nvSpPr>
            <p:spPr>
              <a:xfrm>
                <a:off x="2246722" y="3878559"/>
                <a:ext cx="10364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8EB81BF-37CD-1123-D378-8B776E3103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6722" y="3878559"/>
                <a:ext cx="103645" cy="215444"/>
              </a:xfrm>
              <a:prstGeom prst="rect">
                <a:avLst/>
              </a:prstGeom>
              <a:blipFill>
                <a:blip r:embed="rId7"/>
                <a:stretch>
                  <a:fillRect l="-52941" r="-70588" b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4C63CE8-5DF3-F504-3EE0-BDA3923694EB}"/>
              </a:ext>
            </a:extLst>
          </p:cNvPr>
          <p:cNvCxnSpPr>
            <a:cxnSpLocks/>
          </p:cNvCxnSpPr>
          <p:nvPr/>
        </p:nvCxnSpPr>
        <p:spPr>
          <a:xfrm>
            <a:off x="1900885" y="3600621"/>
            <a:ext cx="212033" cy="6673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5FFA6F5-29D2-B446-B882-B6E186E626FE}"/>
                  </a:ext>
                </a:extLst>
              </p:cNvPr>
              <p:cNvSpPr txBox="1"/>
              <p:nvPr/>
            </p:nvSpPr>
            <p:spPr>
              <a:xfrm>
                <a:off x="2108563" y="3556189"/>
                <a:ext cx="10364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5FFA6F5-29D2-B446-B882-B6E186E626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8563" y="3556189"/>
                <a:ext cx="103645" cy="215444"/>
              </a:xfrm>
              <a:prstGeom prst="rect">
                <a:avLst/>
              </a:prstGeom>
              <a:blipFill>
                <a:blip r:embed="rId7"/>
                <a:stretch>
                  <a:fillRect l="-52941" r="-70588" b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5980897-A60C-CD88-8B5D-C4DB5E86A2AD}"/>
                  </a:ext>
                </a:extLst>
              </p:cNvPr>
              <p:cNvSpPr txBox="1"/>
              <p:nvPr/>
            </p:nvSpPr>
            <p:spPr>
              <a:xfrm>
                <a:off x="2294339" y="3983333"/>
                <a:ext cx="10364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5980897-A60C-CD88-8B5D-C4DB5E86A2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4339" y="3983333"/>
                <a:ext cx="103645" cy="215444"/>
              </a:xfrm>
              <a:prstGeom prst="rect">
                <a:avLst/>
              </a:prstGeom>
              <a:blipFill>
                <a:blip r:embed="rId8"/>
                <a:stretch>
                  <a:fillRect l="-47059" r="-76471" b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CC66E81-0EC6-B5AE-3E45-BF9A8212A22C}"/>
                  </a:ext>
                </a:extLst>
              </p:cNvPr>
              <p:cNvSpPr txBox="1"/>
              <p:nvPr/>
            </p:nvSpPr>
            <p:spPr>
              <a:xfrm>
                <a:off x="2260994" y="4064293"/>
                <a:ext cx="10364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CC66E81-0EC6-B5AE-3E45-BF9A8212A2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0994" y="4064293"/>
                <a:ext cx="103645" cy="215444"/>
              </a:xfrm>
              <a:prstGeom prst="rect">
                <a:avLst/>
              </a:prstGeom>
              <a:blipFill>
                <a:blip r:embed="rId9"/>
                <a:stretch>
                  <a:fillRect l="-52941" r="-70588"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5F61A94-81D3-0E99-0C98-70B291423105}"/>
                  </a:ext>
                </a:extLst>
              </p:cNvPr>
              <p:cNvSpPr txBox="1"/>
              <p:nvPr/>
            </p:nvSpPr>
            <p:spPr>
              <a:xfrm>
                <a:off x="2365768" y="4102385"/>
                <a:ext cx="10364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5F61A94-81D3-0E99-0C98-70B2914231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5768" y="4102385"/>
                <a:ext cx="103645" cy="215444"/>
              </a:xfrm>
              <a:prstGeom prst="rect">
                <a:avLst/>
              </a:prstGeom>
              <a:blipFill>
                <a:blip r:embed="rId10"/>
                <a:stretch>
                  <a:fillRect l="-47059" r="-76471"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348A262-194D-1D36-EA68-C9481F6B3405}"/>
                  </a:ext>
                </a:extLst>
              </p:cNvPr>
              <p:cNvSpPr txBox="1"/>
              <p:nvPr/>
            </p:nvSpPr>
            <p:spPr>
              <a:xfrm>
                <a:off x="2332423" y="4173819"/>
                <a:ext cx="10364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348A262-194D-1D36-EA68-C9481F6B34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2423" y="4173819"/>
                <a:ext cx="103645" cy="215444"/>
              </a:xfrm>
              <a:prstGeom prst="rect">
                <a:avLst/>
              </a:prstGeom>
              <a:blipFill>
                <a:blip r:embed="rId9"/>
                <a:stretch>
                  <a:fillRect l="-52941" r="-70588"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169973E-6F15-6869-3B40-9D6E8E28860C}"/>
                  </a:ext>
                </a:extLst>
              </p:cNvPr>
              <p:cNvSpPr txBox="1"/>
              <p:nvPr/>
            </p:nvSpPr>
            <p:spPr>
              <a:xfrm>
                <a:off x="2418144" y="4164292"/>
                <a:ext cx="10364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169973E-6F15-6869-3B40-9D6E8E2886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8144" y="4164292"/>
                <a:ext cx="103645" cy="215444"/>
              </a:xfrm>
              <a:prstGeom prst="rect">
                <a:avLst/>
              </a:prstGeom>
              <a:blipFill>
                <a:blip r:embed="rId7"/>
                <a:stretch>
                  <a:fillRect l="-52941" r="-70588" b="-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2F94D67-848F-4583-780C-66151F0C4054}"/>
                  </a:ext>
                </a:extLst>
              </p:cNvPr>
              <p:cNvSpPr txBox="1"/>
              <p:nvPr/>
            </p:nvSpPr>
            <p:spPr>
              <a:xfrm>
                <a:off x="2437191" y="4245249"/>
                <a:ext cx="10364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2F94D67-848F-4583-780C-66151F0C40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7191" y="4245249"/>
                <a:ext cx="103645" cy="215444"/>
              </a:xfrm>
              <a:prstGeom prst="rect">
                <a:avLst/>
              </a:prstGeom>
              <a:blipFill>
                <a:blip r:embed="rId7"/>
                <a:stretch>
                  <a:fillRect l="-52941" r="-70588" b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0E74634-8637-593A-776B-794FB8A0FF77}"/>
                  </a:ext>
                </a:extLst>
              </p:cNvPr>
              <p:cNvSpPr txBox="1"/>
              <p:nvPr/>
            </p:nvSpPr>
            <p:spPr>
              <a:xfrm>
                <a:off x="2308598" y="4049981"/>
                <a:ext cx="10364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0E74634-8637-593A-776B-794FB8A0FF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8598" y="4049981"/>
                <a:ext cx="103645" cy="215444"/>
              </a:xfrm>
              <a:prstGeom prst="rect">
                <a:avLst/>
              </a:prstGeom>
              <a:blipFill>
                <a:blip r:embed="rId7"/>
                <a:stretch>
                  <a:fillRect l="-52941" r="-70588" b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5D572BD-E646-1B4A-16E0-8706BE445A01}"/>
                  </a:ext>
                </a:extLst>
              </p:cNvPr>
              <p:cNvSpPr txBox="1"/>
              <p:nvPr/>
            </p:nvSpPr>
            <p:spPr>
              <a:xfrm>
                <a:off x="2365740" y="4240484"/>
                <a:ext cx="10364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5D572BD-E646-1B4A-16E0-8706BE445A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5740" y="4240484"/>
                <a:ext cx="103645" cy="215444"/>
              </a:xfrm>
              <a:prstGeom prst="rect">
                <a:avLst/>
              </a:prstGeom>
              <a:blipFill>
                <a:blip r:embed="rId10"/>
                <a:stretch>
                  <a:fillRect l="-47059" r="-76471"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itle 2">
            <a:extLst>
              <a:ext uri="{FF2B5EF4-FFF2-40B4-BE49-F238E27FC236}">
                <a16:creationId xmlns:a16="http://schemas.microsoft.com/office/drawing/2014/main" id="{0D80836F-48D0-0615-E177-E00CDDBE7A76}"/>
              </a:ext>
            </a:extLst>
          </p:cNvPr>
          <p:cNvSpPr txBox="1">
            <a:spLocks/>
          </p:cNvSpPr>
          <p:nvPr/>
        </p:nvSpPr>
        <p:spPr>
          <a:xfrm>
            <a:off x="415600" y="333594"/>
            <a:ext cx="11360800" cy="643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Gradient Descent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D8AEF0-11DA-A4B1-BD67-6CD15EF8440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5975" y="1362787"/>
            <a:ext cx="4807624" cy="1360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1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4A4C34E8-A749-DBE7-662D-A6653688DCA3}"/>
              </a:ext>
            </a:extLst>
          </p:cNvPr>
          <p:cNvSpPr txBox="1">
            <a:spLocks/>
          </p:cNvSpPr>
          <p:nvPr/>
        </p:nvSpPr>
        <p:spPr>
          <a:xfrm>
            <a:off x="3375681" y="6519817"/>
            <a:ext cx="4644737" cy="33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000" dirty="0"/>
              <a:t>* Modified example from from </a:t>
            </a:r>
            <a:r>
              <a:rPr lang="en-US" sz="1000" i="1" dirty="0"/>
              <a:t>Daniel Oehm | Gradient Descending</a:t>
            </a:r>
            <a:endParaRPr lang="en-US" sz="1000" dirty="0"/>
          </a:p>
        </p:txBody>
      </p:sp>
      <p:pic>
        <p:nvPicPr>
          <p:cNvPr id="5" name="Picture 4" descr="A map of a topographical map&#10;&#10;Description automatically generated">
            <a:extLst>
              <a:ext uri="{FF2B5EF4-FFF2-40B4-BE49-F238E27FC236}">
                <a16:creationId xmlns:a16="http://schemas.microsoft.com/office/drawing/2014/main" id="{BA4AF8BD-D17A-C76C-089B-23CAFFCFCF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456" y="3237572"/>
            <a:ext cx="3159491" cy="2896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78AF895-E25D-0F6E-BD00-4E162A2960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3732" y="6129848"/>
            <a:ext cx="264221" cy="2695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CD14C3-4F21-3944-9C96-F1135120D64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6215" y="4550887"/>
            <a:ext cx="262775" cy="26957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8C8E8A6-8188-E8B5-D89B-5D70B530DB89}"/>
                  </a:ext>
                </a:extLst>
              </p:cNvPr>
              <p:cNvSpPr txBox="1"/>
              <p:nvPr/>
            </p:nvSpPr>
            <p:spPr>
              <a:xfrm>
                <a:off x="1754032" y="3451916"/>
                <a:ext cx="10364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8C8E8A6-8188-E8B5-D89B-5D70B530DB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4032" y="3451916"/>
                <a:ext cx="103645" cy="215444"/>
              </a:xfrm>
              <a:prstGeom prst="rect">
                <a:avLst/>
              </a:prstGeom>
              <a:blipFill>
                <a:blip r:embed="rId6"/>
                <a:stretch>
                  <a:fillRect l="-52941" r="-70588" b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6786366-948C-FC6B-C94B-E3618D1FCCE9}"/>
                  </a:ext>
                </a:extLst>
              </p:cNvPr>
              <p:cNvSpPr txBox="1"/>
              <p:nvPr/>
            </p:nvSpPr>
            <p:spPr>
              <a:xfrm>
                <a:off x="2294339" y="3983333"/>
                <a:ext cx="10364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6786366-948C-FC6B-C94B-E3618D1FCC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4339" y="3983333"/>
                <a:ext cx="103645" cy="215444"/>
              </a:xfrm>
              <a:prstGeom prst="rect">
                <a:avLst/>
              </a:prstGeom>
              <a:blipFill>
                <a:blip r:embed="rId7"/>
                <a:stretch>
                  <a:fillRect l="-47059" r="-76471" b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25CC5FA-FD00-43B9-9ED8-8C4FDF7CE6A5}"/>
                  </a:ext>
                </a:extLst>
              </p:cNvPr>
              <p:cNvSpPr txBox="1"/>
              <p:nvPr/>
            </p:nvSpPr>
            <p:spPr>
              <a:xfrm>
                <a:off x="2260994" y="4064293"/>
                <a:ext cx="10364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25CC5FA-FD00-43B9-9ED8-8C4FDF7CE6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0994" y="4064293"/>
                <a:ext cx="103645" cy="215444"/>
              </a:xfrm>
              <a:prstGeom prst="rect">
                <a:avLst/>
              </a:prstGeom>
              <a:blipFill>
                <a:blip r:embed="rId8"/>
                <a:stretch>
                  <a:fillRect l="-52941" r="-70588"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0632419-412A-D501-8518-02606EBEC43C}"/>
                  </a:ext>
                </a:extLst>
              </p:cNvPr>
              <p:cNvSpPr txBox="1"/>
              <p:nvPr/>
            </p:nvSpPr>
            <p:spPr>
              <a:xfrm>
                <a:off x="2365768" y="4102385"/>
                <a:ext cx="10364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0632419-412A-D501-8518-02606EBEC4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5768" y="4102385"/>
                <a:ext cx="103645" cy="215444"/>
              </a:xfrm>
              <a:prstGeom prst="rect">
                <a:avLst/>
              </a:prstGeom>
              <a:blipFill>
                <a:blip r:embed="rId9"/>
                <a:stretch>
                  <a:fillRect l="-47059" r="-76471"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15C315C-82A0-084E-CCFE-6D3AD9C274B7}"/>
                  </a:ext>
                </a:extLst>
              </p:cNvPr>
              <p:cNvSpPr txBox="1"/>
              <p:nvPr/>
            </p:nvSpPr>
            <p:spPr>
              <a:xfrm>
                <a:off x="2332423" y="4173819"/>
                <a:ext cx="10364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15C315C-82A0-084E-CCFE-6D3AD9C274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2423" y="4173819"/>
                <a:ext cx="103645" cy="215444"/>
              </a:xfrm>
              <a:prstGeom prst="rect">
                <a:avLst/>
              </a:prstGeom>
              <a:blipFill>
                <a:blip r:embed="rId8"/>
                <a:stretch>
                  <a:fillRect l="-52941" r="-70588"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48BF376-9115-9758-A159-D168DA46D0C2}"/>
                  </a:ext>
                </a:extLst>
              </p:cNvPr>
              <p:cNvSpPr txBox="1"/>
              <p:nvPr/>
            </p:nvSpPr>
            <p:spPr>
              <a:xfrm>
                <a:off x="2418144" y="4164292"/>
                <a:ext cx="10364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48BF376-9115-9758-A159-D168DA46D0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8144" y="4164292"/>
                <a:ext cx="103645" cy="215444"/>
              </a:xfrm>
              <a:prstGeom prst="rect">
                <a:avLst/>
              </a:prstGeom>
              <a:blipFill>
                <a:blip r:embed="rId6"/>
                <a:stretch>
                  <a:fillRect l="-52941" r="-70588" b="-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EE61DF4-51EA-E724-8D02-758FBFF7343E}"/>
                  </a:ext>
                </a:extLst>
              </p:cNvPr>
              <p:cNvSpPr txBox="1"/>
              <p:nvPr/>
            </p:nvSpPr>
            <p:spPr>
              <a:xfrm>
                <a:off x="2437191" y="4245249"/>
                <a:ext cx="10364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EE61DF4-51EA-E724-8D02-758FBFF734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7191" y="4245249"/>
                <a:ext cx="103645" cy="215444"/>
              </a:xfrm>
              <a:prstGeom prst="rect">
                <a:avLst/>
              </a:prstGeom>
              <a:blipFill>
                <a:blip r:embed="rId6"/>
                <a:stretch>
                  <a:fillRect l="-52941" r="-70588" b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2184A63-4FC9-6CD1-0A1E-237E98CE5EBF}"/>
                  </a:ext>
                </a:extLst>
              </p:cNvPr>
              <p:cNvSpPr txBox="1"/>
              <p:nvPr/>
            </p:nvSpPr>
            <p:spPr>
              <a:xfrm>
                <a:off x="2308598" y="4049981"/>
                <a:ext cx="10364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2184A63-4FC9-6CD1-0A1E-237E98CE5E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8598" y="4049981"/>
                <a:ext cx="103645" cy="215444"/>
              </a:xfrm>
              <a:prstGeom prst="rect">
                <a:avLst/>
              </a:prstGeom>
              <a:blipFill>
                <a:blip r:embed="rId6"/>
                <a:stretch>
                  <a:fillRect l="-52941" r="-70588" b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E651CE5-9B53-4930-6F7D-ECD01488CDF7}"/>
                  </a:ext>
                </a:extLst>
              </p:cNvPr>
              <p:cNvSpPr txBox="1"/>
              <p:nvPr/>
            </p:nvSpPr>
            <p:spPr>
              <a:xfrm>
                <a:off x="2365740" y="4240484"/>
                <a:ext cx="10364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E651CE5-9B53-4930-6F7D-ECD01488CD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5740" y="4240484"/>
                <a:ext cx="103645" cy="215444"/>
              </a:xfrm>
              <a:prstGeom prst="rect">
                <a:avLst/>
              </a:prstGeom>
              <a:blipFill>
                <a:blip r:embed="rId9"/>
                <a:stretch>
                  <a:fillRect l="-47059" r="-76471"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4BED5D4-6B2D-95CD-41EC-73D2EB1CE457}"/>
              </a:ext>
            </a:extLst>
          </p:cNvPr>
          <p:cNvCxnSpPr>
            <a:cxnSpLocks/>
          </p:cNvCxnSpPr>
          <p:nvPr/>
        </p:nvCxnSpPr>
        <p:spPr>
          <a:xfrm>
            <a:off x="2216915" y="3733770"/>
            <a:ext cx="83524" cy="22221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33B968A-858C-A1B5-489D-E353554F5611}"/>
              </a:ext>
            </a:extLst>
          </p:cNvPr>
          <p:cNvCxnSpPr>
            <a:cxnSpLocks/>
          </p:cNvCxnSpPr>
          <p:nvPr/>
        </p:nvCxnSpPr>
        <p:spPr>
          <a:xfrm>
            <a:off x="1900885" y="3600621"/>
            <a:ext cx="212033" cy="6673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BFA4B3F-2092-7218-465F-13EC8BEFA2D3}"/>
                  </a:ext>
                </a:extLst>
              </p:cNvPr>
              <p:cNvSpPr txBox="1"/>
              <p:nvPr/>
            </p:nvSpPr>
            <p:spPr>
              <a:xfrm>
                <a:off x="2108563" y="3556189"/>
                <a:ext cx="10364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BFA4B3F-2092-7218-465F-13EC8BEFA2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8563" y="3556189"/>
                <a:ext cx="103645" cy="215444"/>
              </a:xfrm>
              <a:prstGeom prst="rect">
                <a:avLst/>
              </a:prstGeom>
              <a:blipFill>
                <a:blip r:embed="rId6"/>
                <a:stretch>
                  <a:fillRect l="-52941" r="-70588" b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56D8FBE-E237-CE54-2894-C5546BBC1EA0}"/>
                  </a:ext>
                </a:extLst>
              </p:cNvPr>
              <p:cNvSpPr txBox="1"/>
              <p:nvPr/>
            </p:nvSpPr>
            <p:spPr>
              <a:xfrm>
                <a:off x="2246722" y="3878559"/>
                <a:ext cx="10364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56D8FBE-E237-CE54-2894-C5546BBC1E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6722" y="3878559"/>
                <a:ext cx="103645" cy="215444"/>
              </a:xfrm>
              <a:prstGeom prst="rect">
                <a:avLst/>
              </a:prstGeom>
              <a:blipFill>
                <a:blip r:embed="rId6"/>
                <a:stretch>
                  <a:fillRect l="-52941" r="-70588" b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FB1DC16-3C52-C6BB-10BA-DE24AAE9CBB1}"/>
                  </a:ext>
                </a:extLst>
              </p:cNvPr>
              <p:cNvSpPr txBox="1"/>
              <p:nvPr/>
            </p:nvSpPr>
            <p:spPr>
              <a:xfrm>
                <a:off x="2449364" y="4304413"/>
                <a:ext cx="10364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FB1DC16-3C52-C6BB-10BA-DE24AAE9CB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9364" y="4304413"/>
                <a:ext cx="103645" cy="215444"/>
              </a:xfrm>
              <a:prstGeom prst="rect">
                <a:avLst/>
              </a:prstGeom>
              <a:blipFill>
                <a:blip r:embed="rId6"/>
                <a:stretch>
                  <a:fillRect l="-52941" r="-70588" b="-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A6DBD2F-C3ED-4716-AA40-A644B82374D6}"/>
                  </a:ext>
                </a:extLst>
              </p:cNvPr>
              <p:cNvSpPr txBox="1"/>
              <p:nvPr/>
            </p:nvSpPr>
            <p:spPr>
              <a:xfrm>
                <a:off x="2535084" y="4313933"/>
                <a:ext cx="10364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A6DBD2F-C3ED-4716-AA40-A644B82374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5084" y="4313933"/>
                <a:ext cx="103645" cy="215444"/>
              </a:xfrm>
              <a:prstGeom prst="rect">
                <a:avLst/>
              </a:prstGeom>
              <a:blipFill>
                <a:blip r:embed="rId8"/>
                <a:stretch>
                  <a:fillRect l="-52941" r="-70588"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DDEA27C-570A-7F28-F046-482DBDD01099}"/>
                  </a:ext>
                </a:extLst>
              </p:cNvPr>
              <p:cNvSpPr txBox="1"/>
              <p:nvPr/>
            </p:nvSpPr>
            <p:spPr>
              <a:xfrm>
                <a:off x="2487458" y="4371077"/>
                <a:ext cx="10364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DDEA27C-570A-7F28-F046-482DBDD010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7458" y="4371077"/>
                <a:ext cx="103645" cy="215444"/>
              </a:xfrm>
              <a:prstGeom prst="rect">
                <a:avLst/>
              </a:prstGeom>
              <a:blipFill>
                <a:blip r:embed="rId7"/>
                <a:stretch>
                  <a:fillRect l="-47059" r="-76471" b="-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55A3E53-8888-5B56-0E27-A9370755B001}"/>
                  </a:ext>
                </a:extLst>
              </p:cNvPr>
              <p:cNvSpPr txBox="1"/>
              <p:nvPr/>
            </p:nvSpPr>
            <p:spPr>
              <a:xfrm>
                <a:off x="2539838" y="4399645"/>
                <a:ext cx="10364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55A3E53-8888-5B56-0E27-A9370755B0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9838" y="4399645"/>
                <a:ext cx="103645" cy="215444"/>
              </a:xfrm>
              <a:prstGeom prst="rect">
                <a:avLst/>
              </a:prstGeom>
              <a:blipFill>
                <a:blip r:embed="rId8"/>
                <a:stretch>
                  <a:fillRect l="-52941" r="-70588"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D01CF85-67C8-6820-5A31-49FF798F86E8}"/>
                  </a:ext>
                </a:extLst>
              </p:cNvPr>
              <p:cNvSpPr txBox="1"/>
              <p:nvPr/>
            </p:nvSpPr>
            <p:spPr>
              <a:xfrm>
                <a:off x="2639858" y="4523477"/>
                <a:ext cx="10364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D01CF85-67C8-6820-5A31-49FF798F86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9858" y="4523477"/>
                <a:ext cx="103645" cy="215444"/>
              </a:xfrm>
              <a:prstGeom prst="rect">
                <a:avLst/>
              </a:prstGeom>
              <a:blipFill>
                <a:blip r:embed="rId7"/>
                <a:stretch>
                  <a:fillRect l="-47059" r="-76471" b="-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5E41CEB-53BD-6374-A66B-C0E35458A98F}"/>
                  </a:ext>
                </a:extLst>
              </p:cNvPr>
              <p:cNvSpPr txBox="1"/>
              <p:nvPr/>
            </p:nvSpPr>
            <p:spPr>
              <a:xfrm>
                <a:off x="2606512" y="4461556"/>
                <a:ext cx="10364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5E41CEB-53BD-6374-A66B-C0E35458A9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6512" y="4461556"/>
                <a:ext cx="103645" cy="215444"/>
              </a:xfrm>
              <a:prstGeom prst="rect">
                <a:avLst/>
              </a:prstGeom>
              <a:blipFill>
                <a:blip r:embed="rId8"/>
                <a:stretch>
                  <a:fillRect l="-52941" r="-70588"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1BAF045-8CF2-8FCD-98C2-711ECC456F9A}"/>
                  </a:ext>
                </a:extLst>
              </p:cNvPr>
              <p:cNvSpPr txBox="1"/>
              <p:nvPr/>
            </p:nvSpPr>
            <p:spPr>
              <a:xfrm>
                <a:off x="2573170" y="4528228"/>
                <a:ext cx="10364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1BAF045-8CF2-8FCD-98C2-711ECC456F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3170" y="4528228"/>
                <a:ext cx="103645" cy="215444"/>
              </a:xfrm>
              <a:prstGeom prst="rect">
                <a:avLst/>
              </a:prstGeom>
              <a:blipFill>
                <a:blip r:embed="rId9"/>
                <a:stretch>
                  <a:fillRect l="-47059" r="-76471"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EA1A1EF-55FB-BDB2-D15B-A21F359C43AE}"/>
                  </a:ext>
                </a:extLst>
              </p:cNvPr>
              <p:cNvSpPr txBox="1"/>
              <p:nvPr/>
            </p:nvSpPr>
            <p:spPr>
              <a:xfrm>
                <a:off x="2539828" y="4461548"/>
                <a:ext cx="10364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EA1A1EF-55FB-BDB2-D15B-A21F359C43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9828" y="4461548"/>
                <a:ext cx="103645" cy="215444"/>
              </a:xfrm>
              <a:prstGeom prst="rect">
                <a:avLst/>
              </a:prstGeom>
              <a:blipFill>
                <a:blip r:embed="rId8"/>
                <a:stretch>
                  <a:fillRect l="-52941" r="-70588"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C2D7E87-1E84-7F95-F6E8-73081C4FE8CA}"/>
                  </a:ext>
                </a:extLst>
              </p:cNvPr>
              <p:cNvSpPr txBox="1"/>
              <p:nvPr/>
            </p:nvSpPr>
            <p:spPr>
              <a:xfrm>
                <a:off x="2544584" y="4561559"/>
                <a:ext cx="10364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C2D7E87-1E84-7F95-F6E8-73081C4FE8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4584" y="4561559"/>
                <a:ext cx="103645" cy="215444"/>
              </a:xfrm>
              <a:prstGeom prst="rect">
                <a:avLst/>
              </a:prstGeom>
              <a:blipFill>
                <a:blip r:embed="rId7"/>
                <a:stretch>
                  <a:fillRect l="-47059" r="-76471" b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F8872FB-F16F-9625-72D6-7A582FC025F0}"/>
                  </a:ext>
                </a:extLst>
              </p:cNvPr>
              <p:cNvSpPr txBox="1"/>
              <p:nvPr/>
            </p:nvSpPr>
            <p:spPr>
              <a:xfrm>
                <a:off x="2563628" y="4571079"/>
                <a:ext cx="10364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F8872FB-F16F-9625-72D6-7A582FC025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3628" y="4571079"/>
                <a:ext cx="103645" cy="215444"/>
              </a:xfrm>
              <a:prstGeom prst="rect">
                <a:avLst/>
              </a:prstGeom>
              <a:blipFill>
                <a:blip r:embed="rId8"/>
                <a:stretch>
                  <a:fillRect l="-52941" r="-70588"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4" name="Picture 33">
            <a:extLst>
              <a:ext uri="{FF2B5EF4-FFF2-40B4-BE49-F238E27FC236}">
                <a16:creationId xmlns:a16="http://schemas.microsoft.com/office/drawing/2014/main" id="{D47F5767-681A-1219-2C6B-0D2252A8BF1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98050" y="881450"/>
            <a:ext cx="6078349" cy="557182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37" name="Title 2">
            <a:extLst>
              <a:ext uri="{FF2B5EF4-FFF2-40B4-BE49-F238E27FC236}">
                <a16:creationId xmlns:a16="http://schemas.microsoft.com/office/drawing/2014/main" id="{6FE393BC-CA03-8A06-99BF-8777ABCD7122}"/>
              </a:ext>
            </a:extLst>
          </p:cNvPr>
          <p:cNvSpPr txBox="1">
            <a:spLocks/>
          </p:cNvSpPr>
          <p:nvPr/>
        </p:nvSpPr>
        <p:spPr>
          <a:xfrm>
            <a:off x="415600" y="333594"/>
            <a:ext cx="11360800" cy="643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Gradient Descent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73ACBF-56A4-B2B4-B43E-EBF30725BDF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5975" y="1362787"/>
            <a:ext cx="4807624" cy="1360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21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D4020D6-64B5-26C0-DDBA-45BE658EC4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98050" y="881449"/>
            <a:ext cx="6078349" cy="557181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Title 2">
            <a:extLst>
              <a:ext uri="{FF2B5EF4-FFF2-40B4-BE49-F238E27FC236}">
                <a16:creationId xmlns:a16="http://schemas.microsoft.com/office/drawing/2014/main" id="{4A4C34E8-A749-DBE7-662D-A6653688DCA3}"/>
              </a:ext>
            </a:extLst>
          </p:cNvPr>
          <p:cNvSpPr txBox="1">
            <a:spLocks/>
          </p:cNvSpPr>
          <p:nvPr/>
        </p:nvSpPr>
        <p:spPr>
          <a:xfrm>
            <a:off x="3375681" y="6519817"/>
            <a:ext cx="4644737" cy="33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000" dirty="0"/>
              <a:t>* Modified example from from </a:t>
            </a:r>
            <a:r>
              <a:rPr lang="en-US" sz="1000" i="1" dirty="0"/>
              <a:t>Daniel Oehm | Gradient Descending</a:t>
            </a:r>
            <a:endParaRPr lang="en-US" sz="1000" dirty="0"/>
          </a:p>
        </p:txBody>
      </p:sp>
      <p:pic>
        <p:nvPicPr>
          <p:cNvPr id="5" name="Picture 4" descr="A map of a topographical map&#10;&#10;Description automatically generated">
            <a:extLst>
              <a:ext uri="{FF2B5EF4-FFF2-40B4-BE49-F238E27FC236}">
                <a16:creationId xmlns:a16="http://schemas.microsoft.com/office/drawing/2014/main" id="{BA4AF8BD-D17A-C76C-089B-23CAFFCFCF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456" y="3237572"/>
            <a:ext cx="3159491" cy="2896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78AF895-E25D-0F6E-BD00-4E162A2960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3732" y="6129848"/>
            <a:ext cx="264221" cy="2695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CD14C3-4F21-3944-9C96-F1135120D64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6215" y="4550887"/>
            <a:ext cx="262775" cy="26957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8C8E8A6-8188-E8B5-D89B-5D70B530DB89}"/>
                  </a:ext>
                </a:extLst>
              </p:cNvPr>
              <p:cNvSpPr txBox="1"/>
              <p:nvPr/>
            </p:nvSpPr>
            <p:spPr>
              <a:xfrm>
                <a:off x="1754032" y="3451916"/>
                <a:ext cx="10364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8C8E8A6-8188-E8B5-D89B-5D70B530DB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4032" y="3451916"/>
                <a:ext cx="103645" cy="215444"/>
              </a:xfrm>
              <a:prstGeom prst="rect">
                <a:avLst/>
              </a:prstGeom>
              <a:blipFill>
                <a:blip r:embed="rId7"/>
                <a:stretch>
                  <a:fillRect l="-52941" r="-70588" b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6786366-948C-FC6B-C94B-E3618D1FCCE9}"/>
                  </a:ext>
                </a:extLst>
              </p:cNvPr>
              <p:cNvSpPr txBox="1"/>
              <p:nvPr/>
            </p:nvSpPr>
            <p:spPr>
              <a:xfrm>
                <a:off x="2294339" y="3983333"/>
                <a:ext cx="10364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6786366-948C-FC6B-C94B-E3618D1FCC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4339" y="3983333"/>
                <a:ext cx="103645" cy="215444"/>
              </a:xfrm>
              <a:prstGeom prst="rect">
                <a:avLst/>
              </a:prstGeom>
              <a:blipFill>
                <a:blip r:embed="rId8"/>
                <a:stretch>
                  <a:fillRect l="-47059" r="-76471" b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25CC5FA-FD00-43B9-9ED8-8C4FDF7CE6A5}"/>
                  </a:ext>
                </a:extLst>
              </p:cNvPr>
              <p:cNvSpPr txBox="1"/>
              <p:nvPr/>
            </p:nvSpPr>
            <p:spPr>
              <a:xfrm>
                <a:off x="2260994" y="4064293"/>
                <a:ext cx="10364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25CC5FA-FD00-43B9-9ED8-8C4FDF7CE6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0994" y="4064293"/>
                <a:ext cx="103645" cy="215444"/>
              </a:xfrm>
              <a:prstGeom prst="rect">
                <a:avLst/>
              </a:prstGeom>
              <a:blipFill>
                <a:blip r:embed="rId9"/>
                <a:stretch>
                  <a:fillRect l="-52941" r="-70588"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0632419-412A-D501-8518-02606EBEC43C}"/>
                  </a:ext>
                </a:extLst>
              </p:cNvPr>
              <p:cNvSpPr txBox="1"/>
              <p:nvPr/>
            </p:nvSpPr>
            <p:spPr>
              <a:xfrm>
                <a:off x="2365768" y="4102385"/>
                <a:ext cx="10364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0632419-412A-D501-8518-02606EBEC4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5768" y="4102385"/>
                <a:ext cx="103645" cy="215444"/>
              </a:xfrm>
              <a:prstGeom prst="rect">
                <a:avLst/>
              </a:prstGeom>
              <a:blipFill>
                <a:blip r:embed="rId10"/>
                <a:stretch>
                  <a:fillRect l="-47059" r="-76471"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15C315C-82A0-084E-CCFE-6D3AD9C274B7}"/>
                  </a:ext>
                </a:extLst>
              </p:cNvPr>
              <p:cNvSpPr txBox="1"/>
              <p:nvPr/>
            </p:nvSpPr>
            <p:spPr>
              <a:xfrm>
                <a:off x="2332423" y="4173819"/>
                <a:ext cx="10364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15C315C-82A0-084E-CCFE-6D3AD9C274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2423" y="4173819"/>
                <a:ext cx="103645" cy="215444"/>
              </a:xfrm>
              <a:prstGeom prst="rect">
                <a:avLst/>
              </a:prstGeom>
              <a:blipFill>
                <a:blip r:embed="rId9"/>
                <a:stretch>
                  <a:fillRect l="-52941" r="-70588"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48BF376-9115-9758-A159-D168DA46D0C2}"/>
                  </a:ext>
                </a:extLst>
              </p:cNvPr>
              <p:cNvSpPr txBox="1"/>
              <p:nvPr/>
            </p:nvSpPr>
            <p:spPr>
              <a:xfrm>
                <a:off x="2418144" y="4164292"/>
                <a:ext cx="10364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48BF376-9115-9758-A159-D168DA46D0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8144" y="4164292"/>
                <a:ext cx="103645" cy="215444"/>
              </a:xfrm>
              <a:prstGeom prst="rect">
                <a:avLst/>
              </a:prstGeom>
              <a:blipFill>
                <a:blip r:embed="rId7"/>
                <a:stretch>
                  <a:fillRect l="-52941" r="-70588" b="-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EE61DF4-51EA-E724-8D02-758FBFF7343E}"/>
                  </a:ext>
                </a:extLst>
              </p:cNvPr>
              <p:cNvSpPr txBox="1"/>
              <p:nvPr/>
            </p:nvSpPr>
            <p:spPr>
              <a:xfrm>
                <a:off x="2437191" y="4245249"/>
                <a:ext cx="10364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EE61DF4-51EA-E724-8D02-758FBFF734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7191" y="4245249"/>
                <a:ext cx="103645" cy="215444"/>
              </a:xfrm>
              <a:prstGeom prst="rect">
                <a:avLst/>
              </a:prstGeom>
              <a:blipFill>
                <a:blip r:embed="rId7"/>
                <a:stretch>
                  <a:fillRect l="-52941" r="-70588" b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2184A63-4FC9-6CD1-0A1E-237E98CE5EBF}"/>
                  </a:ext>
                </a:extLst>
              </p:cNvPr>
              <p:cNvSpPr txBox="1"/>
              <p:nvPr/>
            </p:nvSpPr>
            <p:spPr>
              <a:xfrm>
                <a:off x="2308598" y="4049981"/>
                <a:ext cx="10364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2184A63-4FC9-6CD1-0A1E-237E98CE5E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8598" y="4049981"/>
                <a:ext cx="103645" cy="215444"/>
              </a:xfrm>
              <a:prstGeom prst="rect">
                <a:avLst/>
              </a:prstGeom>
              <a:blipFill>
                <a:blip r:embed="rId7"/>
                <a:stretch>
                  <a:fillRect l="-52941" r="-70588" b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E651CE5-9B53-4930-6F7D-ECD01488CDF7}"/>
                  </a:ext>
                </a:extLst>
              </p:cNvPr>
              <p:cNvSpPr txBox="1"/>
              <p:nvPr/>
            </p:nvSpPr>
            <p:spPr>
              <a:xfrm>
                <a:off x="2365740" y="4240484"/>
                <a:ext cx="10364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E651CE5-9B53-4930-6F7D-ECD01488CD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5740" y="4240484"/>
                <a:ext cx="103645" cy="215444"/>
              </a:xfrm>
              <a:prstGeom prst="rect">
                <a:avLst/>
              </a:prstGeom>
              <a:blipFill>
                <a:blip r:embed="rId10"/>
                <a:stretch>
                  <a:fillRect l="-47059" r="-76471"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4BED5D4-6B2D-95CD-41EC-73D2EB1CE457}"/>
              </a:ext>
            </a:extLst>
          </p:cNvPr>
          <p:cNvCxnSpPr>
            <a:cxnSpLocks/>
          </p:cNvCxnSpPr>
          <p:nvPr/>
        </p:nvCxnSpPr>
        <p:spPr>
          <a:xfrm>
            <a:off x="2216915" y="3733770"/>
            <a:ext cx="83524" cy="22221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33B968A-858C-A1B5-489D-E353554F5611}"/>
              </a:ext>
            </a:extLst>
          </p:cNvPr>
          <p:cNvCxnSpPr>
            <a:cxnSpLocks/>
          </p:cNvCxnSpPr>
          <p:nvPr/>
        </p:nvCxnSpPr>
        <p:spPr>
          <a:xfrm>
            <a:off x="1900885" y="3600621"/>
            <a:ext cx="212033" cy="6673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BFA4B3F-2092-7218-465F-13EC8BEFA2D3}"/>
                  </a:ext>
                </a:extLst>
              </p:cNvPr>
              <p:cNvSpPr txBox="1"/>
              <p:nvPr/>
            </p:nvSpPr>
            <p:spPr>
              <a:xfrm>
                <a:off x="2108563" y="3556189"/>
                <a:ext cx="10364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BFA4B3F-2092-7218-465F-13EC8BEFA2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8563" y="3556189"/>
                <a:ext cx="103645" cy="215444"/>
              </a:xfrm>
              <a:prstGeom prst="rect">
                <a:avLst/>
              </a:prstGeom>
              <a:blipFill>
                <a:blip r:embed="rId7"/>
                <a:stretch>
                  <a:fillRect l="-52941" r="-70588" b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56D8FBE-E237-CE54-2894-C5546BBC1EA0}"/>
                  </a:ext>
                </a:extLst>
              </p:cNvPr>
              <p:cNvSpPr txBox="1"/>
              <p:nvPr/>
            </p:nvSpPr>
            <p:spPr>
              <a:xfrm>
                <a:off x="2246722" y="3878559"/>
                <a:ext cx="10364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56D8FBE-E237-CE54-2894-C5546BBC1E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6722" y="3878559"/>
                <a:ext cx="103645" cy="215444"/>
              </a:xfrm>
              <a:prstGeom prst="rect">
                <a:avLst/>
              </a:prstGeom>
              <a:blipFill>
                <a:blip r:embed="rId7"/>
                <a:stretch>
                  <a:fillRect l="-52941" r="-70588" b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FB1DC16-3C52-C6BB-10BA-DE24AAE9CBB1}"/>
                  </a:ext>
                </a:extLst>
              </p:cNvPr>
              <p:cNvSpPr txBox="1"/>
              <p:nvPr/>
            </p:nvSpPr>
            <p:spPr>
              <a:xfrm>
                <a:off x="2449364" y="4304413"/>
                <a:ext cx="10364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FB1DC16-3C52-C6BB-10BA-DE24AAE9CB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9364" y="4304413"/>
                <a:ext cx="103645" cy="215444"/>
              </a:xfrm>
              <a:prstGeom prst="rect">
                <a:avLst/>
              </a:prstGeom>
              <a:blipFill>
                <a:blip r:embed="rId7"/>
                <a:stretch>
                  <a:fillRect l="-52941" r="-70588" b="-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A6DBD2F-C3ED-4716-AA40-A644B82374D6}"/>
                  </a:ext>
                </a:extLst>
              </p:cNvPr>
              <p:cNvSpPr txBox="1"/>
              <p:nvPr/>
            </p:nvSpPr>
            <p:spPr>
              <a:xfrm>
                <a:off x="2535084" y="4313933"/>
                <a:ext cx="10364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A6DBD2F-C3ED-4716-AA40-A644B82374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5084" y="4313933"/>
                <a:ext cx="103645" cy="215444"/>
              </a:xfrm>
              <a:prstGeom prst="rect">
                <a:avLst/>
              </a:prstGeom>
              <a:blipFill>
                <a:blip r:embed="rId9"/>
                <a:stretch>
                  <a:fillRect l="-52941" r="-70588"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DDEA27C-570A-7F28-F046-482DBDD01099}"/>
                  </a:ext>
                </a:extLst>
              </p:cNvPr>
              <p:cNvSpPr txBox="1"/>
              <p:nvPr/>
            </p:nvSpPr>
            <p:spPr>
              <a:xfrm>
                <a:off x="2487458" y="4371077"/>
                <a:ext cx="10364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DDEA27C-570A-7F28-F046-482DBDD010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7458" y="4371077"/>
                <a:ext cx="103645" cy="215444"/>
              </a:xfrm>
              <a:prstGeom prst="rect">
                <a:avLst/>
              </a:prstGeom>
              <a:blipFill>
                <a:blip r:embed="rId8"/>
                <a:stretch>
                  <a:fillRect l="-47059" r="-76471" b="-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55A3E53-8888-5B56-0E27-A9370755B001}"/>
                  </a:ext>
                </a:extLst>
              </p:cNvPr>
              <p:cNvSpPr txBox="1"/>
              <p:nvPr/>
            </p:nvSpPr>
            <p:spPr>
              <a:xfrm>
                <a:off x="2539838" y="4399645"/>
                <a:ext cx="10364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55A3E53-8888-5B56-0E27-A9370755B0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9838" y="4399645"/>
                <a:ext cx="103645" cy="215444"/>
              </a:xfrm>
              <a:prstGeom prst="rect">
                <a:avLst/>
              </a:prstGeom>
              <a:blipFill>
                <a:blip r:embed="rId9"/>
                <a:stretch>
                  <a:fillRect l="-52941" r="-70588"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D01CF85-67C8-6820-5A31-49FF798F86E8}"/>
                  </a:ext>
                </a:extLst>
              </p:cNvPr>
              <p:cNvSpPr txBox="1"/>
              <p:nvPr/>
            </p:nvSpPr>
            <p:spPr>
              <a:xfrm>
                <a:off x="2639858" y="4523477"/>
                <a:ext cx="10364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D01CF85-67C8-6820-5A31-49FF798F86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9858" y="4523477"/>
                <a:ext cx="103645" cy="215444"/>
              </a:xfrm>
              <a:prstGeom prst="rect">
                <a:avLst/>
              </a:prstGeom>
              <a:blipFill>
                <a:blip r:embed="rId8"/>
                <a:stretch>
                  <a:fillRect l="-47059" r="-76471" b="-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5E41CEB-53BD-6374-A66B-C0E35458A98F}"/>
                  </a:ext>
                </a:extLst>
              </p:cNvPr>
              <p:cNvSpPr txBox="1"/>
              <p:nvPr/>
            </p:nvSpPr>
            <p:spPr>
              <a:xfrm>
                <a:off x="2606512" y="4461556"/>
                <a:ext cx="10364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5E41CEB-53BD-6374-A66B-C0E35458A9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6512" y="4461556"/>
                <a:ext cx="103645" cy="215444"/>
              </a:xfrm>
              <a:prstGeom prst="rect">
                <a:avLst/>
              </a:prstGeom>
              <a:blipFill>
                <a:blip r:embed="rId9"/>
                <a:stretch>
                  <a:fillRect l="-52941" r="-70588"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1BAF045-8CF2-8FCD-98C2-711ECC456F9A}"/>
                  </a:ext>
                </a:extLst>
              </p:cNvPr>
              <p:cNvSpPr txBox="1"/>
              <p:nvPr/>
            </p:nvSpPr>
            <p:spPr>
              <a:xfrm>
                <a:off x="2573170" y="4528228"/>
                <a:ext cx="10364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1BAF045-8CF2-8FCD-98C2-711ECC456F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3170" y="4528228"/>
                <a:ext cx="103645" cy="215444"/>
              </a:xfrm>
              <a:prstGeom prst="rect">
                <a:avLst/>
              </a:prstGeom>
              <a:blipFill>
                <a:blip r:embed="rId10"/>
                <a:stretch>
                  <a:fillRect l="-47059" r="-76471"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EA1A1EF-55FB-BDB2-D15B-A21F359C43AE}"/>
                  </a:ext>
                </a:extLst>
              </p:cNvPr>
              <p:cNvSpPr txBox="1"/>
              <p:nvPr/>
            </p:nvSpPr>
            <p:spPr>
              <a:xfrm>
                <a:off x="2539828" y="4461548"/>
                <a:ext cx="10364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EA1A1EF-55FB-BDB2-D15B-A21F359C43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9828" y="4461548"/>
                <a:ext cx="103645" cy="215444"/>
              </a:xfrm>
              <a:prstGeom prst="rect">
                <a:avLst/>
              </a:prstGeom>
              <a:blipFill>
                <a:blip r:embed="rId9"/>
                <a:stretch>
                  <a:fillRect l="-52941" r="-70588"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C2D7E87-1E84-7F95-F6E8-73081C4FE8CA}"/>
                  </a:ext>
                </a:extLst>
              </p:cNvPr>
              <p:cNvSpPr txBox="1"/>
              <p:nvPr/>
            </p:nvSpPr>
            <p:spPr>
              <a:xfrm>
                <a:off x="2544584" y="4561559"/>
                <a:ext cx="10364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C2D7E87-1E84-7F95-F6E8-73081C4FE8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4584" y="4561559"/>
                <a:ext cx="103645" cy="215444"/>
              </a:xfrm>
              <a:prstGeom prst="rect">
                <a:avLst/>
              </a:prstGeom>
              <a:blipFill>
                <a:blip r:embed="rId8"/>
                <a:stretch>
                  <a:fillRect l="-47059" r="-76471" b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F8872FB-F16F-9625-72D6-7A582FC025F0}"/>
                  </a:ext>
                </a:extLst>
              </p:cNvPr>
              <p:cNvSpPr txBox="1"/>
              <p:nvPr/>
            </p:nvSpPr>
            <p:spPr>
              <a:xfrm>
                <a:off x="2563628" y="4571079"/>
                <a:ext cx="10364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F8872FB-F16F-9625-72D6-7A582FC025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3628" y="4571079"/>
                <a:ext cx="103645" cy="215444"/>
              </a:xfrm>
              <a:prstGeom prst="rect">
                <a:avLst/>
              </a:prstGeom>
              <a:blipFill>
                <a:blip r:embed="rId9"/>
                <a:stretch>
                  <a:fillRect l="-52941" r="-70588"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itle 2">
            <a:extLst>
              <a:ext uri="{FF2B5EF4-FFF2-40B4-BE49-F238E27FC236}">
                <a16:creationId xmlns:a16="http://schemas.microsoft.com/office/drawing/2014/main" id="{E4C8FBB7-7E40-D760-5646-A02D30FEAB22}"/>
              </a:ext>
            </a:extLst>
          </p:cNvPr>
          <p:cNvSpPr txBox="1">
            <a:spLocks/>
          </p:cNvSpPr>
          <p:nvPr/>
        </p:nvSpPr>
        <p:spPr>
          <a:xfrm>
            <a:off x="415600" y="333594"/>
            <a:ext cx="11360800" cy="643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Gradient Descent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14C399-E534-29D0-8B66-92CE8F79EA5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5975" y="1362787"/>
            <a:ext cx="4807624" cy="1360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0899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D4020D6-64B5-26C0-DDBA-45BE658EC4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98050" y="881449"/>
            <a:ext cx="6078348" cy="557181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Title 2">
            <a:extLst>
              <a:ext uri="{FF2B5EF4-FFF2-40B4-BE49-F238E27FC236}">
                <a16:creationId xmlns:a16="http://schemas.microsoft.com/office/drawing/2014/main" id="{4A4C34E8-A749-DBE7-662D-A6653688DCA3}"/>
              </a:ext>
            </a:extLst>
          </p:cNvPr>
          <p:cNvSpPr txBox="1">
            <a:spLocks/>
          </p:cNvSpPr>
          <p:nvPr/>
        </p:nvSpPr>
        <p:spPr>
          <a:xfrm>
            <a:off x="3375681" y="6519817"/>
            <a:ext cx="4644737" cy="33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000" dirty="0"/>
              <a:t>* Modified example from from </a:t>
            </a:r>
            <a:r>
              <a:rPr lang="en-US" sz="1000" i="1" dirty="0"/>
              <a:t>Daniel Oehm | Gradient Descending</a:t>
            </a:r>
            <a:endParaRPr lang="en-US" sz="1000" dirty="0"/>
          </a:p>
        </p:txBody>
      </p:sp>
      <p:pic>
        <p:nvPicPr>
          <p:cNvPr id="34" name="Picture 33" descr="A map of a topographical map&#10;&#10;Description automatically generated">
            <a:extLst>
              <a:ext uri="{FF2B5EF4-FFF2-40B4-BE49-F238E27FC236}">
                <a16:creationId xmlns:a16="http://schemas.microsoft.com/office/drawing/2014/main" id="{D6D2E4ED-5654-F0FD-EB56-D1D645BD39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456" y="3237572"/>
            <a:ext cx="3159491" cy="289620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B9F67423-8CB8-6DC9-2D0F-F5C49A855A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6215" y="4550887"/>
            <a:ext cx="262775" cy="26957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16F5A50-6A4C-519B-35A8-E5CB9129005A}"/>
                  </a:ext>
                </a:extLst>
              </p:cNvPr>
              <p:cNvSpPr txBox="1"/>
              <p:nvPr/>
            </p:nvSpPr>
            <p:spPr>
              <a:xfrm>
                <a:off x="1754032" y="3451916"/>
                <a:ext cx="10364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16F5A50-6A4C-519B-35A8-E5CB912900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4032" y="3451916"/>
                <a:ext cx="103645" cy="215444"/>
              </a:xfrm>
              <a:prstGeom prst="rect">
                <a:avLst/>
              </a:prstGeom>
              <a:blipFill>
                <a:blip r:embed="rId6"/>
                <a:stretch>
                  <a:fillRect l="-52941" r="-70588" b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11E659E-B5D6-3715-8C36-B3406E4938A9}"/>
                  </a:ext>
                </a:extLst>
              </p:cNvPr>
              <p:cNvSpPr txBox="1"/>
              <p:nvPr/>
            </p:nvSpPr>
            <p:spPr>
              <a:xfrm>
                <a:off x="2294339" y="3983333"/>
                <a:ext cx="10364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11E659E-B5D6-3715-8C36-B3406E4938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4339" y="3983333"/>
                <a:ext cx="103645" cy="215444"/>
              </a:xfrm>
              <a:prstGeom prst="rect">
                <a:avLst/>
              </a:prstGeom>
              <a:blipFill>
                <a:blip r:embed="rId7"/>
                <a:stretch>
                  <a:fillRect l="-47059" r="-76471" b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2EBBD63-8B14-5879-2F40-95A0155A2168}"/>
                  </a:ext>
                </a:extLst>
              </p:cNvPr>
              <p:cNvSpPr txBox="1"/>
              <p:nvPr/>
            </p:nvSpPr>
            <p:spPr>
              <a:xfrm>
                <a:off x="2260994" y="4064293"/>
                <a:ext cx="10364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2EBBD63-8B14-5879-2F40-95A0155A21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0994" y="4064293"/>
                <a:ext cx="103645" cy="215444"/>
              </a:xfrm>
              <a:prstGeom prst="rect">
                <a:avLst/>
              </a:prstGeom>
              <a:blipFill>
                <a:blip r:embed="rId8"/>
                <a:stretch>
                  <a:fillRect l="-52941" r="-70588"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A23E565-A469-D601-B866-5D33341255F3}"/>
                  </a:ext>
                </a:extLst>
              </p:cNvPr>
              <p:cNvSpPr txBox="1"/>
              <p:nvPr/>
            </p:nvSpPr>
            <p:spPr>
              <a:xfrm>
                <a:off x="2365768" y="4102385"/>
                <a:ext cx="10364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A23E565-A469-D601-B866-5D33341255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5768" y="4102385"/>
                <a:ext cx="103645" cy="215444"/>
              </a:xfrm>
              <a:prstGeom prst="rect">
                <a:avLst/>
              </a:prstGeom>
              <a:blipFill>
                <a:blip r:embed="rId9"/>
                <a:stretch>
                  <a:fillRect l="-47059" r="-76471"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E644CBA-63C5-E5E8-2B00-14457790C5DC}"/>
                  </a:ext>
                </a:extLst>
              </p:cNvPr>
              <p:cNvSpPr txBox="1"/>
              <p:nvPr/>
            </p:nvSpPr>
            <p:spPr>
              <a:xfrm>
                <a:off x="2332423" y="4173819"/>
                <a:ext cx="10364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E644CBA-63C5-E5E8-2B00-14457790C5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2423" y="4173819"/>
                <a:ext cx="103645" cy="215444"/>
              </a:xfrm>
              <a:prstGeom prst="rect">
                <a:avLst/>
              </a:prstGeom>
              <a:blipFill>
                <a:blip r:embed="rId8"/>
                <a:stretch>
                  <a:fillRect l="-52941" r="-70588"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C5C7CE2-F11E-12A5-C29C-02E8119B9687}"/>
                  </a:ext>
                </a:extLst>
              </p:cNvPr>
              <p:cNvSpPr txBox="1"/>
              <p:nvPr/>
            </p:nvSpPr>
            <p:spPr>
              <a:xfrm>
                <a:off x="2418144" y="4164292"/>
                <a:ext cx="10364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C5C7CE2-F11E-12A5-C29C-02E8119B96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8144" y="4164292"/>
                <a:ext cx="103645" cy="215444"/>
              </a:xfrm>
              <a:prstGeom prst="rect">
                <a:avLst/>
              </a:prstGeom>
              <a:blipFill>
                <a:blip r:embed="rId6"/>
                <a:stretch>
                  <a:fillRect l="-52941" r="-70588" b="-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F94D231-2626-E33B-655B-ABA7151C36FC}"/>
                  </a:ext>
                </a:extLst>
              </p:cNvPr>
              <p:cNvSpPr txBox="1"/>
              <p:nvPr/>
            </p:nvSpPr>
            <p:spPr>
              <a:xfrm>
                <a:off x="2437191" y="4245249"/>
                <a:ext cx="10364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F94D231-2626-E33B-655B-ABA7151C36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7191" y="4245249"/>
                <a:ext cx="103645" cy="215444"/>
              </a:xfrm>
              <a:prstGeom prst="rect">
                <a:avLst/>
              </a:prstGeom>
              <a:blipFill>
                <a:blip r:embed="rId6"/>
                <a:stretch>
                  <a:fillRect l="-52941" r="-70588" b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DD2BD17-F54F-768D-A9A5-1C1C0B3296AD}"/>
                  </a:ext>
                </a:extLst>
              </p:cNvPr>
              <p:cNvSpPr txBox="1"/>
              <p:nvPr/>
            </p:nvSpPr>
            <p:spPr>
              <a:xfrm>
                <a:off x="2308598" y="4049981"/>
                <a:ext cx="10364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DD2BD17-F54F-768D-A9A5-1C1C0B3296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8598" y="4049981"/>
                <a:ext cx="103645" cy="215444"/>
              </a:xfrm>
              <a:prstGeom prst="rect">
                <a:avLst/>
              </a:prstGeom>
              <a:blipFill>
                <a:blip r:embed="rId6"/>
                <a:stretch>
                  <a:fillRect l="-52941" r="-70588" b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D52F5DB-A193-07C1-5BD6-2338B4B8836C}"/>
                  </a:ext>
                </a:extLst>
              </p:cNvPr>
              <p:cNvSpPr txBox="1"/>
              <p:nvPr/>
            </p:nvSpPr>
            <p:spPr>
              <a:xfrm>
                <a:off x="2365740" y="4240484"/>
                <a:ext cx="10364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D52F5DB-A193-07C1-5BD6-2338B4B883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5740" y="4240484"/>
                <a:ext cx="103645" cy="215444"/>
              </a:xfrm>
              <a:prstGeom prst="rect">
                <a:avLst/>
              </a:prstGeom>
              <a:blipFill>
                <a:blip r:embed="rId9"/>
                <a:stretch>
                  <a:fillRect l="-47059" r="-76471"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C171107D-D63C-C01C-EA7D-C5047560CC22}"/>
              </a:ext>
            </a:extLst>
          </p:cNvPr>
          <p:cNvCxnSpPr>
            <a:cxnSpLocks/>
          </p:cNvCxnSpPr>
          <p:nvPr/>
        </p:nvCxnSpPr>
        <p:spPr>
          <a:xfrm>
            <a:off x="2216915" y="3733770"/>
            <a:ext cx="83524" cy="22221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BB474E7-2DFE-7D6A-DACA-50478EC6F804}"/>
              </a:ext>
            </a:extLst>
          </p:cNvPr>
          <p:cNvCxnSpPr>
            <a:cxnSpLocks/>
          </p:cNvCxnSpPr>
          <p:nvPr/>
        </p:nvCxnSpPr>
        <p:spPr>
          <a:xfrm>
            <a:off x="1900885" y="3600621"/>
            <a:ext cx="212033" cy="6673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C2E0056C-D817-5893-2861-92A5D7388288}"/>
                  </a:ext>
                </a:extLst>
              </p:cNvPr>
              <p:cNvSpPr txBox="1"/>
              <p:nvPr/>
            </p:nvSpPr>
            <p:spPr>
              <a:xfrm>
                <a:off x="2108563" y="3556189"/>
                <a:ext cx="10364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C2E0056C-D817-5893-2861-92A5D73882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8563" y="3556189"/>
                <a:ext cx="103645" cy="215444"/>
              </a:xfrm>
              <a:prstGeom prst="rect">
                <a:avLst/>
              </a:prstGeom>
              <a:blipFill>
                <a:blip r:embed="rId6"/>
                <a:stretch>
                  <a:fillRect l="-52941" r="-70588" b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C79721BC-ED45-9A25-9131-45BD6C7A196F}"/>
                  </a:ext>
                </a:extLst>
              </p:cNvPr>
              <p:cNvSpPr txBox="1"/>
              <p:nvPr/>
            </p:nvSpPr>
            <p:spPr>
              <a:xfrm>
                <a:off x="2246722" y="3878559"/>
                <a:ext cx="10364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C79721BC-ED45-9A25-9131-45BD6C7A19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6722" y="3878559"/>
                <a:ext cx="103645" cy="215444"/>
              </a:xfrm>
              <a:prstGeom prst="rect">
                <a:avLst/>
              </a:prstGeom>
              <a:blipFill>
                <a:blip r:embed="rId6"/>
                <a:stretch>
                  <a:fillRect l="-52941" r="-70588" b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1BD7EFC1-7E6C-16AB-BACA-834695377E4B}"/>
                  </a:ext>
                </a:extLst>
              </p:cNvPr>
              <p:cNvSpPr txBox="1"/>
              <p:nvPr/>
            </p:nvSpPr>
            <p:spPr>
              <a:xfrm>
                <a:off x="2449364" y="4304413"/>
                <a:ext cx="10364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1BD7EFC1-7E6C-16AB-BACA-834695377E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9364" y="4304413"/>
                <a:ext cx="103645" cy="215444"/>
              </a:xfrm>
              <a:prstGeom prst="rect">
                <a:avLst/>
              </a:prstGeom>
              <a:blipFill>
                <a:blip r:embed="rId6"/>
                <a:stretch>
                  <a:fillRect l="-52941" r="-70588" b="-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490EDAE1-AE84-E617-B7CB-1C1B5E649C1B}"/>
                  </a:ext>
                </a:extLst>
              </p:cNvPr>
              <p:cNvSpPr txBox="1"/>
              <p:nvPr/>
            </p:nvSpPr>
            <p:spPr>
              <a:xfrm>
                <a:off x="2535084" y="4313933"/>
                <a:ext cx="10364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490EDAE1-AE84-E617-B7CB-1C1B5E649C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5084" y="4313933"/>
                <a:ext cx="103645" cy="215444"/>
              </a:xfrm>
              <a:prstGeom prst="rect">
                <a:avLst/>
              </a:prstGeom>
              <a:blipFill>
                <a:blip r:embed="rId8"/>
                <a:stretch>
                  <a:fillRect l="-52941" r="-70588"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97F497E2-00DF-B892-EA2B-9F44769CFF58}"/>
                  </a:ext>
                </a:extLst>
              </p:cNvPr>
              <p:cNvSpPr txBox="1"/>
              <p:nvPr/>
            </p:nvSpPr>
            <p:spPr>
              <a:xfrm>
                <a:off x="2487458" y="4371077"/>
                <a:ext cx="10364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97F497E2-00DF-B892-EA2B-9F44769CFF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7458" y="4371077"/>
                <a:ext cx="103645" cy="215444"/>
              </a:xfrm>
              <a:prstGeom prst="rect">
                <a:avLst/>
              </a:prstGeom>
              <a:blipFill>
                <a:blip r:embed="rId7"/>
                <a:stretch>
                  <a:fillRect l="-47059" r="-76471" b="-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B1B0860-B31D-ACBE-AB29-9FFF5C1C39DB}"/>
                  </a:ext>
                </a:extLst>
              </p:cNvPr>
              <p:cNvSpPr txBox="1"/>
              <p:nvPr/>
            </p:nvSpPr>
            <p:spPr>
              <a:xfrm>
                <a:off x="2539838" y="4399645"/>
                <a:ext cx="10364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B1B0860-B31D-ACBE-AB29-9FFF5C1C39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9838" y="4399645"/>
                <a:ext cx="103645" cy="215444"/>
              </a:xfrm>
              <a:prstGeom prst="rect">
                <a:avLst/>
              </a:prstGeom>
              <a:blipFill>
                <a:blip r:embed="rId8"/>
                <a:stretch>
                  <a:fillRect l="-52941" r="-70588"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8DB18D8-E352-7719-F91E-38ECA1C39602}"/>
                  </a:ext>
                </a:extLst>
              </p:cNvPr>
              <p:cNvSpPr txBox="1"/>
              <p:nvPr/>
            </p:nvSpPr>
            <p:spPr>
              <a:xfrm>
                <a:off x="2639858" y="4523477"/>
                <a:ext cx="10364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8DB18D8-E352-7719-F91E-38ECA1C396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9858" y="4523477"/>
                <a:ext cx="103645" cy="215444"/>
              </a:xfrm>
              <a:prstGeom prst="rect">
                <a:avLst/>
              </a:prstGeom>
              <a:blipFill>
                <a:blip r:embed="rId7"/>
                <a:stretch>
                  <a:fillRect l="-47059" r="-76471" b="-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17DAB3A-004C-7DA1-1D79-EEA8220AEB7D}"/>
                  </a:ext>
                </a:extLst>
              </p:cNvPr>
              <p:cNvSpPr txBox="1"/>
              <p:nvPr/>
            </p:nvSpPr>
            <p:spPr>
              <a:xfrm>
                <a:off x="2606512" y="4461556"/>
                <a:ext cx="10364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17DAB3A-004C-7DA1-1D79-EEA8220AEB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6512" y="4461556"/>
                <a:ext cx="103645" cy="215444"/>
              </a:xfrm>
              <a:prstGeom prst="rect">
                <a:avLst/>
              </a:prstGeom>
              <a:blipFill>
                <a:blip r:embed="rId8"/>
                <a:stretch>
                  <a:fillRect l="-52941" r="-70588"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9116E55C-6402-FD4B-3B2B-6E4C8EDEC246}"/>
                  </a:ext>
                </a:extLst>
              </p:cNvPr>
              <p:cNvSpPr txBox="1"/>
              <p:nvPr/>
            </p:nvSpPr>
            <p:spPr>
              <a:xfrm>
                <a:off x="2573170" y="4528228"/>
                <a:ext cx="10364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9116E55C-6402-FD4B-3B2B-6E4C8EDEC2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3170" y="4528228"/>
                <a:ext cx="103645" cy="215444"/>
              </a:xfrm>
              <a:prstGeom prst="rect">
                <a:avLst/>
              </a:prstGeom>
              <a:blipFill>
                <a:blip r:embed="rId9"/>
                <a:stretch>
                  <a:fillRect l="-47059" r="-76471"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C6CBEE7A-1A72-0958-AEA3-628839CD93B0}"/>
                  </a:ext>
                </a:extLst>
              </p:cNvPr>
              <p:cNvSpPr txBox="1"/>
              <p:nvPr/>
            </p:nvSpPr>
            <p:spPr>
              <a:xfrm>
                <a:off x="2539828" y="4461548"/>
                <a:ext cx="10364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C6CBEE7A-1A72-0958-AEA3-628839CD93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9828" y="4461548"/>
                <a:ext cx="103645" cy="215444"/>
              </a:xfrm>
              <a:prstGeom prst="rect">
                <a:avLst/>
              </a:prstGeom>
              <a:blipFill>
                <a:blip r:embed="rId8"/>
                <a:stretch>
                  <a:fillRect l="-52941" r="-70588"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7023B852-2F35-05EA-FBA1-CFCD86D6F52E}"/>
                  </a:ext>
                </a:extLst>
              </p:cNvPr>
              <p:cNvSpPr txBox="1"/>
              <p:nvPr/>
            </p:nvSpPr>
            <p:spPr>
              <a:xfrm>
                <a:off x="2544584" y="4561559"/>
                <a:ext cx="10364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7023B852-2F35-05EA-FBA1-CFCD86D6F5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4584" y="4561559"/>
                <a:ext cx="103645" cy="215444"/>
              </a:xfrm>
              <a:prstGeom prst="rect">
                <a:avLst/>
              </a:prstGeom>
              <a:blipFill>
                <a:blip r:embed="rId7"/>
                <a:stretch>
                  <a:fillRect l="-47059" r="-76471" b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CC345D85-37E7-1958-A293-D59AFD67B5E9}"/>
                  </a:ext>
                </a:extLst>
              </p:cNvPr>
              <p:cNvSpPr txBox="1"/>
              <p:nvPr/>
            </p:nvSpPr>
            <p:spPr>
              <a:xfrm>
                <a:off x="2563628" y="4571079"/>
                <a:ext cx="10364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CC345D85-37E7-1958-A293-D59AFD67B5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3628" y="4571079"/>
                <a:ext cx="103645" cy="215444"/>
              </a:xfrm>
              <a:prstGeom prst="rect">
                <a:avLst/>
              </a:prstGeom>
              <a:blipFill>
                <a:blip r:embed="rId8"/>
                <a:stretch>
                  <a:fillRect l="-52941" r="-70588"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9" name="Picture 58">
            <a:extLst>
              <a:ext uri="{FF2B5EF4-FFF2-40B4-BE49-F238E27FC236}">
                <a16:creationId xmlns:a16="http://schemas.microsoft.com/office/drawing/2014/main" id="{25781C48-4728-FDC9-48CC-29368E7B377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13732" y="6129848"/>
            <a:ext cx="264221" cy="26957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3DFDFE73-8C99-A436-5DE7-6F6354A289D6}"/>
                  </a:ext>
                </a:extLst>
              </p:cNvPr>
              <p:cNvSpPr txBox="1"/>
              <p:nvPr/>
            </p:nvSpPr>
            <p:spPr>
              <a:xfrm>
                <a:off x="2503331" y="4531417"/>
                <a:ext cx="205696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3DFDFE73-8C99-A436-5DE7-6F6354A289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3331" y="4531417"/>
                <a:ext cx="205696" cy="307777"/>
              </a:xfrm>
              <a:prstGeom prst="rect">
                <a:avLst/>
              </a:prstGeom>
              <a:blipFill>
                <a:blip r:embed="rId11"/>
                <a:stretch>
                  <a:fillRect l="-30303" r="-33333" b="-39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Title 2">
            <a:extLst>
              <a:ext uri="{FF2B5EF4-FFF2-40B4-BE49-F238E27FC236}">
                <a16:creationId xmlns:a16="http://schemas.microsoft.com/office/drawing/2014/main" id="{D28ACEA1-0326-6257-4A8E-8C10E691408E}"/>
              </a:ext>
            </a:extLst>
          </p:cNvPr>
          <p:cNvSpPr txBox="1">
            <a:spLocks/>
          </p:cNvSpPr>
          <p:nvPr/>
        </p:nvSpPr>
        <p:spPr>
          <a:xfrm>
            <a:off x="415600" y="333594"/>
            <a:ext cx="11360800" cy="643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Gradient Descent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9E19ED-46A5-474C-5F5C-47696069CD5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5975" y="1362787"/>
            <a:ext cx="4807624" cy="1360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685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ABE3BE8-3A74-B866-587E-25965066CD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48510" y="1535437"/>
            <a:ext cx="8294983" cy="4086047"/>
          </a:xfrm>
          <a:prstGeom prst="rect">
            <a:avLst/>
          </a:prstGeom>
        </p:spPr>
      </p:pic>
      <p:sp>
        <p:nvSpPr>
          <p:cNvPr id="4" name="Title 2">
            <a:extLst>
              <a:ext uri="{FF2B5EF4-FFF2-40B4-BE49-F238E27FC236}">
                <a16:creationId xmlns:a16="http://schemas.microsoft.com/office/drawing/2014/main" id="{10251F30-70DB-AAF4-2336-DF6DA2218DC5}"/>
              </a:ext>
            </a:extLst>
          </p:cNvPr>
          <p:cNvSpPr txBox="1">
            <a:spLocks/>
          </p:cNvSpPr>
          <p:nvPr/>
        </p:nvSpPr>
        <p:spPr>
          <a:xfrm>
            <a:off x="4832823" y="6519817"/>
            <a:ext cx="2526356" cy="33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000" dirty="0"/>
              <a:t>* Picture from ASU |</a:t>
            </a:r>
            <a:r>
              <a:rPr lang="en-US" sz="1000" i="1" dirty="0"/>
              <a:t> Ask a Biologist</a:t>
            </a:r>
            <a:endParaRPr lang="en-US" sz="1000" dirty="0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A3751588-BE07-E8E8-C7B7-0AE5B976E6AE}"/>
              </a:ext>
            </a:extLst>
          </p:cNvPr>
          <p:cNvSpPr txBox="1">
            <a:spLocks/>
          </p:cNvSpPr>
          <p:nvPr/>
        </p:nvSpPr>
        <p:spPr>
          <a:xfrm>
            <a:off x="415600" y="333594"/>
            <a:ext cx="11360800" cy="643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Artificial Neural Networks - Background</a:t>
            </a:r>
          </a:p>
        </p:txBody>
      </p:sp>
    </p:spTree>
    <p:extLst>
      <p:ext uri="{BB962C8B-B14F-4D97-AF65-F5344CB8AC3E}">
        <p14:creationId xmlns:p14="http://schemas.microsoft.com/office/powerpoint/2010/main" val="11534535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ABE3BE8-3A74-B866-587E-25965066CD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1718" y="1561018"/>
            <a:ext cx="7217639" cy="4081247"/>
          </a:xfrm>
          <a:prstGeom prst="rect">
            <a:avLst/>
          </a:prstGeom>
        </p:spPr>
      </p:pic>
      <p:sp>
        <p:nvSpPr>
          <p:cNvPr id="4" name="Title 2">
            <a:extLst>
              <a:ext uri="{FF2B5EF4-FFF2-40B4-BE49-F238E27FC236}">
                <a16:creationId xmlns:a16="http://schemas.microsoft.com/office/drawing/2014/main" id="{10251F30-70DB-AAF4-2336-DF6DA2218DC5}"/>
              </a:ext>
            </a:extLst>
          </p:cNvPr>
          <p:cNvSpPr txBox="1">
            <a:spLocks/>
          </p:cNvSpPr>
          <p:nvPr/>
        </p:nvSpPr>
        <p:spPr>
          <a:xfrm>
            <a:off x="3375681" y="6519817"/>
            <a:ext cx="4644737" cy="33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000" dirty="0"/>
              <a:t>* Picture from </a:t>
            </a:r>
            <a:r>
              <a:rPr lang="en-US" sz="1000" i="1" dirty="0"/>
              <a:t>Du, et al. | Perceptron: Learning, Generalization,…</a:t>
            </a:r>
            <a:endParaRPr lang="en-US" sz="1000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C40C95D9-DEEC-0413-D224-61A68FE953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2149" y="2798213"/>
            <a:ext cx="2296228" cy="412579"/>
          </a:xfrm>
          <a:ln>
            <a:noFill/>
          </a:ln>
        </p:spPr>
        <p:txBody>
          <a:bodyPr/>
          <a:lstStyle/>
          <a:p>
            <a:pPr marL="186258" indent="0">
              <a:buNone/>
            </a:pPr>
            <a:r>
              <a:rPr lang="en-US" sz="1600" i="1" dirty="0"/>
              <a:t>Activation function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9ECEA09-2EDC-CF4A-5114-87427892019B}"/>
              </a:ext>
            </a:extLst>
          </p:cNvPr>
          <p:cNvCxnSpPr/>
          <p:nvPr/>
        </p:nvCxnSpPr>
        <p:spPr>
          <a:xfrm>
            <a:off x="7750263" y="3158838"/>
            <a:ext cx="0" cy="3117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61AFFA4D-9D2F-3F83-7D28-BA56236EA0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673" y="4985511"/>
            <a:ext cx="2962688" cy="1095528"/>
          </a:xfrm>
          <a:prstGeom prst="rect">
            <a:avLst/>
          </a:prstGeom>
          <a:ln>
            <a:solidFill>
              <a:schemeClr val="accent1">
                <a:shade val="95000"/>
                <a:satMod val="105000"/>
              </a:schemeClr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3E44559-EBEC-074C-2136-A01513656CE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80596" y="4988308"/>
            <a:ext cx="3398376" cy="1095528"/>
          </a:xfrm>
          <a:prstGeom prst="rect">
            <a:avLst/>
          </a:prstGeom>
          <a:ln>
            <a:solidFill>
              <a:schemeClr val="accent1">
                <a:shade val="95000"/>
                <a:satMod val="105000"/>
              </a:schemeClr>
            </a:solidFill>
          </a:ln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3B37FC6-9732-ADCD-E9D2-C3200312C6DA}"/>
              </a:ext>
            </a:extLst>
          </p:cNvPr>
          <p:cNvCxnSpPr/>
          <p:nvPr/>
        </p:nvCxnSpPr>
        <p:spPr>
          <a:xfrm flipV="1">
            <a:off x="5950538" y="4088343"/>
            <a:ext cx="1537855" cy="8057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A221896-774C-1BF4-7631-2346FFBA8CF5}"/>
              </a:ext>
            </a:extLst>
          </p:cNvPr>
          <p:cNvCxnSpPr>
            <a:cxnSpLocks/>
          </p:cNvCxnSpPr>
          <p:nvPr/>
        </p:nvCxnSpPr>
        <p:spPr>
          <a:xfrm flipH="1" flipV="1">
            <a:off x="8063357" y="4088343"/>
            <a:ext cx="1255935" cy="8057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2">
            <a:extLst>
              <a:ext uri="{FF2B5EF4-FFF2-40B4-BE49-F238E27FC236}">
                <a16:creationId xmlns:a16="http://schemas.microsoft.com/office/drawing/2014/main" id="{24DCCA48-044B-57AE-6208-7C92EDE416FB}"/>
              </a:ext>
            </a:extLst>
          </p:cNvPr>
          <p:cNvSpPr txBox="1">
            <a:spLocks/>
          </p:cNvSpPr>
          <p:nvPr/>
        </p:nvSpPr>
        <p:spPr>
          <a:xfrm>
            <a:off x="415600" y="333594"/>
            <a:ext cx="11360800" cy="643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Artificial Neural Networks - Background</a:t>
            </a:r>
          </a:p>
        </p:txBody>
      </p:sp>
    </p:spTree>
    <p:extLst>
      <p:ext uri="{BB962C8B-B14F-4D97-AF65-F5344CB8AC3E}">
        <p14:creationId xmlns:p14="http://schemas.microsoft.com/office/powerpoint/2010/main" val="1801408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5022EBB-4216-BFF7-341A-2119BD1121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2987" y="1384252"/>
            <a:ext cx="5466027" cy="4880381"/>
          </a:xfrm>
          <a:prstGeom prst="rect">
            <a:avLst/>
          </a:prstGeom>
        </p:spPr>
      </p:pic>
      <p:sp>
        <p:nvSpPr>
          <p:cNvPr id="14" name="Title 2">
            <a:extLst>
              <a:ext uri="{FF2B5EF4-FFF2-40B4-BE49-F238E27FC236}">
                <a16:creationId xmlns:a16="http://schemas.microsoft.com/office/drawing/2014/main" id="{9B6D076C-BD79-761E-3276-48920B78A647}"/>
              </a:ext>
            </a:extLst>
          </p:cNvPr>
          <p:cNvSpPr txBox="1">
            <a:spLocks/>
          </p:cNvSpPr>
          <p:nvPr/>
        </p:nvSpPr>
        <p:spPr>
          <a:xfrm>
            <a:off x="3648721" y="6519817"/>
            <a:ext cx="4894559" cy="33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000" dirty="0"/>
              <a:t>* Picture from </a:t>
            </a:r>
            <a:r>
              <a:rPr lang="en-US" sz="1000" i="1" dirty="0"/>
              <a:t>Introduction to Statistical Learning with Applications in 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E43F8720-A3FA-75A5-0F6D-CA64E705150C}"/>
              </a:ext>
            </a:extLst>
          </p:cNvPr>
          <p:cNvSpPr txBox="1">
            <a:spLocks/>
          </p:cNvSpPr>
          <p:nvPr/>
        </p:nvSpPr>
        <p:spPr>
          <a:xfrm>
            <a:off x="415600" y="333594"/>
            <a:ext cx="11360800" cy="643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Artificial Neural Networks - Background</a:t>
            </a:r>
          </a:p>
        </p:txBody>
      </p:sp>
    </p:spTree>
    <p:extLst>
      <p:ext uri="{BB962C8B-B14F-4D97-AF65-F5344CB8AC3E}">
        <p14:creationId xmlns:p14="http://schemas.microsoft.com/office/powerpoint/2010/main" val="28024039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2">
            <a:extLst>
              <a:ext uri="{FF2B5EF4-FFF2-40B4-BE49-F238E27FC236}">
                <a16:creationId xmlns:a16="http://schemas.microsoft.com/office/drawing/2014/main" id="{9B6D076C-BD79-761E-3276-48920B78A647}"/>
              </a:ext>
            </a:extLst>
          </p:cNvPr>
          <p:cNvSpPr txBox="1">
            <a:spLocks/>
          </p:cNvSpPr>
          <p:nvPr/>
        </p:nvSpPr>
        <p:spPr>
          <a:xfrm>
            <a:off x="3648721" y="6519817"/>
            <a:ext cx="4894559" cy="33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000" dirty="0"/>
              <a:t>* Picture from </a:t>
            </a:r>
            <a:r>
              <a:rPr lang="en-US" sz="1000" i="1" dirty="0"/>
              <a:t>Introduction to Statistical Learning with Applications in 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F1D380-7A0D-E7D1-34C1-54F8B3F004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9605" y="1335639"/>
            <a:ext cx="5452787" cy="5184176"/>
          </a:xfrm>
          <a:prstGeom prst="rect">
            <a:avLst/>
          </a:prstGeom>
        </p:spPr>
      </p:pic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954859B7-FC14-B1AE-A410-A936D5CB7D0E}"/>
              </a:ext>
            </a:extLst>
          </p:cNvPr>
          <p:cNvCxnSpPr>
            <a:cxnSpLocks/>
          </p:cNvCxnSpPr>
          <p:nvPr/>
        </p:nvCxnSpPr>
        <p:spPr>
          <a:xfrm rot="10800000" flipV="1">
            <a:off x="3927766" y="3252355"/>
            <a:ext cx="4748645" cy="3044536"/>
          </a:xfrm>
          <a:prstGeom prst="bentConnector3">
            <a:avLst>
              <a:gd name="adj1" fmla="val -2242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2">
            <a:extLst>
              <a:ext uri="{FF2B5EF4-FFF2-40B4-BE49-F238E27FC236}">
                <a16:creationId xmlns:a16="http://schemas.microsoft.com/office/drawing/2014/main" id="{B26CD058-D2FF-D773-8B89-520C53C46536}"/>
              </a:ext>
            </a:extLst>
          </p:cNvPr>
          <p:cNvSpPr txBox="1">
            <a:spLocks/>
          </p:cNvSpPr>
          <p:nvPr/>
        </p:nvSpPr>
        <p:spPr>
          <a:xfrm>
            <a:off x="415600" y="333594"/>
            <a:ext cx="11360800" cy="643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Artificial Neural Networks - Background</a:t>
            </a:r>
          </a:p>
        </p:txBody>
      </p:sp>
    </p:spTree>
    <p:extLst>
      <p:ext uri="{BB962C8B-B14F-4D97-AF65-F5344CB8AC3E}">
        <p14:creationId xmlns:p14="http://schemas.microsoft.com/office/powerpoint/2010/main" val="4093023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19DEA4A-5C23-31C0-43D9-AEB36AF2FA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92708" y="1107588"/>
            <a:ext cx="6239173" cy="5719241"/>
          </a:xfrm>
          <a:prstGeom prst="rect">
            <a:avLst/>
          </a:prstGeo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40A222A8-6D4C-1CCE-DDB5-A12DD950E49B}"/>
              </a:ext>
            </a:extLst>
          </p:cNvPr>
          <p:cNvSpPr txBox="1">
            <a:spLocks/>
          </p:cNvSpPr>
          <p:nvPr/>
        </p:nvSpPr>
        <p:spPr>
          <a:xfrm>
            <a:off x="6712772" y="6519817"/>
            <a:ext cx="5166389" cy="33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000" dirty="0"/>
              <a:t>* Example based on Verma | </a:t>
            </a:r>
            <a:r>
              <a:rPr lang="en-US" sz="1000" i="1" dirty="0"/>
              <a:t>Building a Neural Network from Scratch Using R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89B7325F-90CE-D247-7D80-26E27035B005}"/>
              </a:ext>
            </a:extLst>
          </p:cNvPr>
          <p:cNvSpPr txBox="1">
            <a:spLocks/>
          </p:cNvSpPr>
          <p:nvPr/>
        </p:nvSpPr>
        <p:spPr>
          <a:xfrm>
            <a:off x="415600" y="333594"/>
            <a:ext cx="11360800" cy="643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Artificial Neural Networks - Example</a:t>
            </a:r>
          </a:p>
        </p:txBody>
      </p:sp>
    </p:spTree>
    <p:extLst>
      <p:ext uri="{BB962C8B-B14F-4D97-AF65-F5344CB8AC3E}">
        <p14:creationId xmlns:p14="http://schemas.microsoft.com/office/powerpoint/2010/main" val="45318745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19DEA4A-5C23-31C0-43D9-AEB36AF2FA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92708" y="1107588"/>
            <a:ext cx="6239173" cy="5719241"/>
          </a:xfrm>
          <a:prstGeom prst="rect">
            <a:avLst/>
          </a:prstGeo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D64674F9-8DE2-B3B3-11C4-D3458F9A0253}"/>
              </a:ext>
            </a:extLst>
          </p:cNvPr>
          <p:cNvSpPr txBox="1">
            <a:spLocks/>
          </p:cNvSpPr>
          <p:nvPr/>
        </p:nvSpPr>
        <p:spPr>
          <a:xfrm>
            <a:off x="415600" y="333594"/>
            <a:ext cx="11360800" cy="643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Artificial Neural Networks - Example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28CA4ED6-75A9-3672-5361-99B9142CB62A}"/>
              </a:ext>
            </a:extLst>
          </p:cNvPr>
          <p:cNvSpPr txBox="1">
            <a:spLocks/>
          </p:cNvSpPr>
          <p:nvPr/>
        </p:nvSpPr>
        <p:spPr>
          <a:xfrm>
            <a:off x="6712772" y="6519817"/>
            <a:ext cx="5166389" cy="33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000" dirty="0"/>
              <a:t>* Example based on Verma | </a:t>
            </a:r>
            <a:r>
              <a:rPr lang="en-US" sz="1000" i="1" dirty="0"/>
              <a:t>Building a Neural Network from Scratch Using R</a:t>
            </a:r>
          </a:p>
        </p:txBody>
      </p:sp>
    </p:spTree>
    <p:extLst>
      <p:ext uri="{BB962C8B-B14F-4D97-AF65-F5344CB8AC3E}">
        <p14:creationId xmlns:p14="http://schemas.microsoft.com/office/powerpoint/2010/main" val="33637774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aph with red and blue dots&#10;&#10;Description automatically generated">
            <a:extLst>
              <a:ext uri="{FF2B5EF4-FFF2-40B4-BE49-F238E27FC236}">
                <a16:creationId xmlns:a16="http://schemas.microsoft.com/office/drawing/2014/main" id="{419DEA4A-5C23-31C0-43D9-AEB36AF2FA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3748" y="1232279"/>
            <a:ext cx="2804504" cy="257079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050CAA1-4528-F867-40E7-D346DB3EBC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64057" y="4096705"/>
            <a:ext cx="2804504" cy="257079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A520665-982E-0671-7F6F-5DADC56168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72375" y="4096705"/>
            <a:ext cx="2804504" cy="2570795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8A53FC1-9F1B-F43A-40EA-C6384C36B5CE}"/>
              </a:ext>
            </a:extLst>
          </p:cNvPr>
          <p:cNvCxnSpPr/>
          <p:nvPr/>
        </p:nvCxnSpPr>
        <p:spPr>
          <a:xfrm>
            <a:off x="7248870" y="3262747"/>
            <a:ext cx="776375" cy="7169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8820F81-CDF1-1B4F-B124-53F69D946EE7}"/>
              </a:ext>
            </a:extLst>
          </p:cNvPr>
          <p:cNvCxnSpPr>
            <a:cxnSpLocks/>
          </p:cNvCxnSpPr>
          <p:nvPr/>
        </p:nvCxnSpPr>
        <p:spPr>
          <a:xfrm flipH="1">
            <a:off x="3932944" y="3266487"/>
            <a:ext cx="777240" cy="713232"/>
          </a:xfrm>
          <a:prstGeom prst="straightConnector1">
            <a:avLst/>
          </a:prstGeom>
          <a:ln>
            <a:solidFill>
              <a:schemeClr val="accent1">
                <a:shade val="95000"/>
                <a:satMod val="105000"/>
                <a:alpha val="93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A57BBCC-4712-F7B7-62E0-2C3E79F134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rot="2551978">
            <a:off x="8634498" y="3501769"/>
            <a:ext cx="1492521" cy="412579"/>
          </a:xfrm>
          <a:ln>
            <a:noFill/>
          </a:ln>
        </p:spPr>
        <p:txBody>
          <a:bodyPr/>
          <a:lstStyle/>
          <a:p>
            <a:pPr marL="186258" indent="0">
              <a:buNone/>
            </a:pPr>
            <a:r>
              <a:rPr lang="en-US" sz="1600" i="1" dirty="0"/>
              <a:t>Test Set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1577FD7-7639-5D18-C818-9A65E11CCB97}"/>
              </a:ext>
            </a:extLst>
          </p:cNvPr>
          <p:cNvSpPr txBox="1">
            <a:spLocks/>
          </p:cNvSpPr>
          <p:nvPr/>
        </p:nvSpPr>
        <p:spPr>
          <a:xfrm rot="19129539">
            <a:off x="1717276" y="3501771"/>
            <a:ext cx="1876219" cy="412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 typeface="Arial" panose="020B0604020202020204" pitchFamily="34" charset="0"/>
              <a:buChar char="•"/>
              <a:defRPr sz="1867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L="1219170" marR="0" lvl="1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2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86258" indent="0">
              <a:buNone/>
            </a:pPr>
            <a:r>
              <a:rPr lang="en-US" sz="1600" i="1" dirty="0"/>
              <a:t>Training Set</a:t>
            </a: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E3314727-CE75-376B-0038-508B0F05B4BD}"/>
              </a:ext>
            </a:extLst>
          </p:cNvPr>
          <p:cNvSpPr txBox="1">
            <a:spLocks/>
          </p:cNvSpPr>
          <p:nvPr/>
        </p:nvSpPr>
        <p:spPr>
          <a:xfrm>
            <a:off x="415600" y="333594"/>
            <a:ext cx="11360800" cy="643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Artificial Neural Networks – Train/Test Split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4527E97-4B63-8FD7-08E4-98FE56432A52}"/>
              </a:ext>
            </a:extLst>
          </p:cNvPr>
          <p:cNvSpPr txBox="1">
            <a:spLocks/>
          </p:cNvSpPr>
          <p:nvPr/>
        </p:nvSpPr>
        <p:spPr>
          <a:xfrm>
            <a:off x="6712772" y="6519817"/>
            <a:ext cx="5166389" cy="33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000" dirty="0"/>
              <a:t>* Example based on Verma | </a:t>
            </a:r>
            <a:r>
              <a:rPr lang="en-US" sz="1000" i="1" dirty="0"/>
              <a:t>Building a Neural Network from Scratch Using R</a:t>
            </a:r>
          </a:p>
        </p:txBody>
      </p:sp>
    </p:spTree>
    <p:extLst>
      <p:ext uri="{BB962C8B-B14F-4D97-AF65-F5344CB8AC3E}">
        <p14:creationId xmlns:p14="http://schemas.microsoft.com/office/powerpoint/2010/main" val="2573101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  <p:bldP spid="16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B150A3A-82CE-B669-C29D-0AFF93F24A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5927" y="2387692"/>
            <a:ext cx="5760147" cy="208261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Title 2">
            <a:extLst>
              <a:ext uri="{FF2B5EF4-FFF2-40B4-BE49-F238E27FC236}">
                <a16:creationId xmlns:a16="http://schemas.microsoft.com/office/drawing/2014/main" id="{AE2C47A7-85A9-8F2B-78C6-BDC613C25CD8}"/>
              </a:ext>
            </a:extLst>
          </p:cNvPr>
          <p:cNvSpPr txBox="1">
            <a:spLocks/>
          </p:cNvSpPr>
          <p:nvPr/>
        </p:nvSpPr>
        <p:spPr>
          <a:xfrm>
            <a:off x="415600" y="333594"/>
            <a:ext cx="11360800" cy="643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Artificial Neural Networks – Train/Test Split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94A16C8D-3F39-8689-FE78-AC4292E60AEA}"/>
              </a:ext>
            </a:extLst>
          </p:cNvPr>
          <p:cNvSpPr txBox="1">
            <a:spLocks/>
          </p:cNvSpPr>
          <p:nvPr/>
        </p:nvSpPr>
        <p:spPr>
          <a:xfrm>
            <a:off x="6712772" y="6519817"/>
            <a:ext cx="5166389" cy="33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000" dirty="0"/>
              <a:t>* Example based on Verma | </a:t>
            </a:r>
            <a:r>
              <a:rPr lang="en-US" sz="1000" i="1" dirty="0"/>
              <a:t>Building a Neural Network from Scratch Using R</a:t>
            </a:r>
          </a:p>
        </p:txBody>
      </p:sp>
    </p:spTree>
    <p:extLst>
      <p:ext uri="{BB962C8B-B14F-4D97-AF65-F5344CB8AC3E}">
        <p14:creationId xmlns:p14="http://schemas.microsoft.com/office/powerpoint/2010/main" val="191437330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A30979-2CEF-6806-F86A-2E95713D31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1295" y="1483948"/>
            <a:ext cx="7349411" cy="4780685"/>
          </a:xfrm>
          <a:prstGeom prst="rect">
            <a:avLst/>
          </a:prstGeom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90C38C76-8D5C-835D-45BF-104D5D982E4F}"/>
              </a:ext>
            </a:extLst>
          </p:cNvPr>
          <p:cNvSpPr txBox="1">
            <a:spLocks/>
          </p:cNvSpPr>
          <p:nvPr/>
        </p:nvSpPr>
        <p:spPr>
          <a:xfrm>
            <a:off x="415600" y="333594"/>
            <a:ext cx="11360800" cy="643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Artificial Neural Networks - Architecture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E68431DD-88B0-286B-C810-3F6D79CFAC88}"/>
              </a:ext>
            </a:extLst>
          </p:cNvPr>
          <p:cNvSpPr txBox="1">
            <a:spLocks/>
          </p:cNvSpPr>
          <p:nvPr/>
        </p:nvSpPr>
        <p:spPr>
          <a:xfrm>
            <a:off x="6712772" y="6519817"/>
            <a:ext cx="5166389" cy="33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000" dirty="0"/>
              <a:t>* Example based on Verma | </a:t>
            </a:r>
            <a:r>
              <a:rPr lang="en-US" sz="1000" i="1" dirty="0"/>
              <a:t>Building a Neural Network from Scratch Using R</a:t>
            </a:r>
          </a:p>
        </p:txBody>
      </p:sp>
    </p:spTree>
    <p:extLst>
      <p:ext uri="{BB962C8B-B14F-4D97-AF65-F5344CB8AC3E}">
        <p14:creationId xmlns:p14="http://schemas.microsoft.com/office/powerpoint/2010/main" val="211070315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A30979-2CEF-6806-F86A-2E95713D31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5307" y="1696777"/>
            <a:ext cx="6337012" cy="4122135"/>
          </a:xfrm>
          <a:prstGeom prst="rect">
            <a:avLst/>
          </a:prstGeom>
        </p:spPr>
      </p:pic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28D16EA2-7689-8AFC-53D0-E7AF2FB69E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6594" y="1624037"/>
            <a:ext cx="4048533" cy="412579"/>
          </a:xfrm>
          <a:ln>
            <a:solidFill>
              <a:schemeClr val="accent1"/>
            </a:solidFill>
          </a:ln>
        </p:spPr>
        <p:txBody>
          <a:bodyPr/>
          <a:lstStyle/>
          <a:p>
            <a:pPr marL="186258" indent="0">
              <a:buNone/>
            </a:pPr>
            <a:r>
              <a:rPr lang="en-US" sz="1600" dirty="0"/>
              <a:t>Steps to execute a feed forward: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A929085-2502-2940-2C86-9D38816188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08268" y="2138161"/>
            <a:ext cx="2052972" cy="412579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D8EE677D-BF1C-1DA4-83B0-158AFFD23D5B}"/>
              </a:ext>
            </a:extLst>
          </p:cNvPr>
          <p:cNvSpPr/>
          <p:nvPr/>
        </p:nvSpPr>
        <p:spPr>
          <a:xfrm>
            <a:off x="5694218" y="2576946"/>
            <a:ext cx="779319" cy="21509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FAB377A-0984-0642-1464-1E98B7E1F711}"/>
              </a:ext>
            </a:extLst>
          </p:cNvPr>
          <p:cNvSpPr/>
          <p:nvPr/>
        </p:nvSpPr>
        <p:spPr>
          <a:xfrm>
            <a:off x="1575994" y="2105887"/>
            <a:ext cx="2135394" cy="4760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053768A0-8614-9081-29FA-267D690AB7F8}"/>
              </a:ext>
            </a:extLst>
          </p:cNvPr>
          <p:cNvSpPr txBox="1">
            <a:spLocks/>
          </p:cNvSpPr>
          <p:nvPr/>
        </p:nvSpPr>
        <p:spPr>
          <a:xfrm>
            <a:off x="415600" y="333594"/>
            <a:ext cx="11360800" cy="643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Artificial Neural Networks - Architecture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C489F496-C347-2FC8-AAE8-F665A333B17E}"/>
              </a:ext>
            </a:extLst>
          </p:cNvPr>
          <p:cNvSpPr txBox="1">
            <a:spLocks/>
          </p:cNvSpPr>
          <p:nvPr/>
        </p:nvSpPr>
        <p:spPr>
          <a:xfrm>
            <a:off x="6712772" y="6519817"/>
            <a:ext cx="5166389" cy="33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000" dirty="0"/>
              <a:t>* Example based on Verma | </a:t>
            </a:r>
            <a:r>
              <a:rPr lang="en-US" sz="1000" i="1" dirty="0"/>
              <a:t>Building a Neural Network from Scratch Using R</a:t>
            </a:r>
          </a:p>
        </p:txBody>
      </p:sp>
    </p:spTree>
    <p:extLst>
      <p:ext uri="{BB962C8B-B14F-4D97-AF65-F5344CB8AC3E}">
        <p14:creationId xmlns:p14="http://schemas.microsoft.com/office/powerpoint/2010/main" val="2973865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A30979-2CEF-6806-F86A-2E95713D31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5307" y="1696777"/>
            <a:ext cx="6337012" cy="4122135"/>
          </a:xfrm>
          <a:prstGeom prst="rect">
            <a:avLst/>
          </a:prstGeom>
        </p:spPr>
      </p:pic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28D16EA2-7689-8AFC-53D0-E7AF2FB69E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6594" y="1624037"/>
            <a:ext cx="4048533" cy="412579"/>
          </a:xfrm>
          <a:ln>
            <a:solidFill>
              <a:schemeClr val="accent1"/>
            </a:solidFill>
          </a:ln>
        </p:spPr>
        <p:txBody>
          <a:bodyPr/>
          <a:lstStyle/>
          <a:p>
            <a:pPr marL="186258" indent="0">
              <a:buNone/>
            </a:pPr>
            <a:r>
              <a:rPr lang="en-US" sz="1600" dirty="0"/>
              <a:t>Steps to execute a feed forward: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C940D57-6E26-D087-EE15-2878B71291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12433" y="2746595"/>
            <a:ext cx="2804535" cy="47043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21ABF93-ECCB-62BB-7C59-4047C0DF69E8}"/>
              </a:ext>
            </a:extLst>
          </p:cNvPr>
          <p:cNvSpPr/>
          <p:nvPr/>
        </p:nvSpPr>
        <p:spPr>
          <a:xfrm>
            <a:off x="6421583" y="2075891"/>
            <a:ext cx="952045" cy="37430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8D4A09-F957-D01E-10A3-1356127FF9A3}"/>
              </a:ext>
            </a:extLst>
          </p:cNvPr>
          <p:cNvSpPr/>
          <p:nvPr/>
        </p:nvSpPr>
        <p:spPr>
          <a:xfrm>
            <a:off x="1144751" y="2652285"/>
            <a:ext cx="3084349" cy="6084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7A954E77-0BC6-D82B-C6C1-17D76440D1DB}"/>
              </a:ext>
            </a:extLst>
          </p:cNvPr>
          <p:cNvSpPr txBox="1">
            <a:spLocks/>
          </p:cNvSpPr>
          <p:nvPr/>
        </p:nvSpPr>
        <p:spPr>
          <a:xfrm>
            <a:off x="415600" y="333594"/>
            <a:ext cx="11360800" cy="643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Artificial Neural Networks - Architecture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74B805-E66F-F1D2-2DE7-7184B9E0D2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08268" y="2138161"/>
            <a:ext cx="2052972" cy="412579"/>
          </a:xfrm>
          <a:prstGeom prst="rect">
            <a:avLst/>
          </a:prstGeom>
        </p:spPr>
      </p:pic>
      <p:sp>
        <p:nvSpPr>
          <p:cNvPr id="7" name="Title 2">
            <a:extLst>
              <a:ext uri="{FF2B5EF4-FFF2-40B4-BE49-F238E27FC236}">
                <a16:creationId xmlns:a16="http://schemas.microsoft.com/office/drawing/2014/main" id="{A7232A23-4647-E7F9-69C0-AEC791B11C6B}"/>
              </a:ext>
            </a:extLst>
          </p:cNvPr>
          <p:cNvSpPr txBox="1">
            <a:spLocks/>
          </p:cNvSpPr>
          <p:nvPr/>
        </p:nvSpPr>
        <p:spPr>
          <a:xfrm>
            <a:off x="6712772" y="6519817"/>
            <a:ext cx="5166389" cy="33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000" dirty="0"/>
              <a:t>* Example based on Verma | </a:t>
            </a:r>
            <a:r>
              <a:rPr lang="en-US" sz="1000" i="1" dirty="0"/>
              <a:t>Building a Neural Network from Scratch Using R</a:t>
            </a:r>
          </a:p>
        </p:txBody>
      </p:sp>
    </p:spTree>
    <p:extLst>
      <p:ext uri="{BB962C8B-B14F-4D97-AF65-F5344CB8AC3E}">
        <p14:creationId xmlns:p14="http://schemas.microsoft.com/office/powerpoint/2010/main" val="3297947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A30979-2CEF-6806-F86A-2E95713D31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5307" y="1696777"/>
            <a:ext cx="6337012" cy="4122135"/>
          </a:xfrm>
          <a:prstGeom prst="rect">
            <a:avLst/>
          </a:prstGeom>
        </p:spPr>
      </p:pic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28D16EA2-7689-8AFC-53D0-E7AF2FB69E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6594" y="1624037"/>
            <a:ext cx="4048533" cy="412579"/>
          </a:xfrm>
          <a:ln>
            <a:solidFill>
              <a:schemeClr val="accent1"/>
            </a:solidFill>
          </a:ln>
        </p:spPr>
        <p:txBody>
          <a:bodyPr/>
          <a:lstStyle/>
          <a:p>
            <a:pPr marL="186258" indent="0">
              <a:buNone/>
            </a:pPr>
            <a:r>
              <a:rPr lang="en-US" sz="1600" dirty="0"/>
              <a:t>Steps to execute a feed forward: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6AA375B-3EAB-6969-DEC7-95D448A859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73383" y="3450394"/>
            <a:ext cx="2514951" cy="48287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790BAE2-72FF-C9D9-168B-DB885755EE03}"/>
              </a:ext>
            </a:extLst>
          </p:cNvPr>
          <p:cNvSpPr/>
          <p:nvPr/>
        </p:nvSpPr>
        <p:spPr>
          <a:xfrm>
            <a:off x="7325591" y="2075891"/>
            <a:ext cx="436419" cy="37430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AEA116-C34F-C8F5-2533-8F44883F9564}"/>
              </a:ext>
            </a:extLst>
          </p:cNvPr>
          <p:cNvSpPr/>
          <p:nvPr/>
        </p:nvSpPr>
        <p:spPr>
          <a:xfrm>
            <a:off x="1288474" y="3421031"/>
            <a:ext cx="2599860" cy="6023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2F4630C6-AD8C-4D5C-8921-5669C3C7547D}"/>
              </a:ext>
            </a:extLst>
          </p:cNvPr>
          <p:cNvSpPr txBox="1">
            <a:spLocks/>
          </p:cNvSpPr>
          <p:nvPr/>
        </p:nvSpPr>
        <p:spPr>
          <a:xfrm>
            <a:off x="415600" y="333594"/>
            <a:ext cx="11360800" cy="643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Artificial Neural Networks - Architecture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EA4A92-8000-634F-7E66-DA123E625F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08268" y="2138161"/>
            <a:ext cx="2052972" cy="4125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221CD4-2B1C-848C-2D1D-99F2B8E5416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12433" y="2746595"/>
            <a:ext cx="2804535" cy="470438"/>
          </a:xfrm>
          <a:prstGeom prst="rect">
            <a:avLst/>
          </a:prstGeom>
        </p:spPr>
      </p:pic>
      <p:sp>
        <p:nvSpPr>
          <p:cNvPr id="8" name="Title 2">
            <a:extLst>
              <a:ext uri="{FF2B5EF4-FFF2-40B4-BE49-F238E27FC236}">
                <a16:creationId xmlns:a16="http://schemas.microsoft.com/office/drawing/2014/main" id="{3E48B7E1-60B6-FB65-EE52-DFCB565E0FD3}"/>
              </a:ext>
            </a:extLst>
          </p:cNvPr>
          <p:cNvSpPr txBox="1">
            <a:spLocks/>
          </p:cNvSpPr>
          <p:nvPr/>
        </p:nvSpPr>
        <p:spPr>
          <a:xfrm>
            <a:off x="6712772" y="6519817"/>
            <a:ext cx="5166389" cy="33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000" dirty="0"/>
              <a:t>* Example based on Verma | </a:t>
            </a:r>
            <a:r>
              <a:rPr lang="en-US" sz="1000" i="1" dirty="0"/>
              <a:t>Building a Neural Network from Scratch Using R</a:t>
            </a:r>
          </a:p>
        </p:txBody>
      </p:sp>
    </p:spTree>
    <p:extLst>
      <p:ext uri="{BB962C8B-B14F-4D97-AF65-F5344CB8AC3E}">
        <p14:creationId xmlns:p14="http://schemas.microsoft.com/office/powerpoint/2010/main" val="1432396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A30979-2CEF-6806-F86A-2E95713D31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5307" y="1696777"/>
            <a:ext cx="6337012" cy="4122135"/>
          </a:xfrm>
          <a:prstGeom prst="rect">
            <a:avLst/>
          </a:prstGeom>
        </p:spPr>
      </p:pic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28D16EA2-7689-8AFC-53D0-E7AF2FB69E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6594" y="1624037"/>
            <a:ext cx="4048533" cy="412579"/>
          </a:xfrm>
          <a:ln>
            <a:solidFill>
              <a:schemeClr val="accent1"/>
            </a:solidFill>
          </a:ln>
        </p:spPr>
        <p:txBody>
          <a:bodyPr/>
          <a:lstStyle/>
          <a:p>
            <a:pPr marL="186258" indent="0">
              <a:buNone/>
            </a:pPr>
            <a:r>
              <a:rPr lang="en-US" sz="1600" dirty="0"/>
              <a:t>Steps to execute a feed forward: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38D0471-5A02-31C8-AFD7-E8412A36CA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81462" y="4269730"/>
            <a:ext cx="3210373" cy="31506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77D36D4-C624-546A-0150-30FA2B1D8E83}"/>
              </a:ext>
            </a:extLst>
          </p:cNvPr>
          <p:cNvSpPr/>
          <p:nvPr/>
        </p:nvSpPr>
        <p:spPr>
          <a:xfrm>
            <a:off x="1039091" y="4201941"/>
            <a:ext cx="3480955" cy="4760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1C880D-F49F-E780-D671-8893E48704E0}"/>
              </a:ext>
            </a:extLst>
          </p:cNvPr>
          <p:cNvSpPr/>
          <p:nvPr/>
        </p:nvSpPr>
        <p:spPr>
          <a:xfrm>
            <a:off x="7699665" y="2150919"/>
            <a:ext cx="1627908" cy="35433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F7ED5CA0-317F-6308-C07E-0E0F24EA33A9}"/>
              </a:ext>
            </a:extLst>
          </p:cNvPr>
          <p:cNvSpPr txBox="1">
            <a:spLocks/>
          </p:cNvSpPr>
          <p:nvPr/>
        </p:nvSpPr>
        <p:spPr>
          <a:xfrm>
            <a:off x="415600" y="333594"/>
            <a:ext cx="11360800" cy="643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Artificial Neural Networks - Architecture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AEE34A-BBC2-4699-D4EC-6D57640687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08268" y="2138161"/>
            <a:ext cx="2052972" cy="4125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9F2BF5-A8B5-8735-926C-2420ED2EC8A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12433" y="2746595"/>
            <a:ext cx="2804535" cy="4704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FACB053-21C7-B239-F4AC-D712424C794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73383" y="3450394"/>
            <a:ext cx="2514951" cy="482870"/>
          </a:xfrm>
          <a:prstGeom prst="rect">
            <a:avLst/>
          </a:prstGeom>
        </p:spPr>
      </p:pic>
      <p:sp>
        <p:nvSpPr>
          <p:cNvPr id="11" name="Title 2">
            <a:extLst>
              <a:ext uri="{FF2B5EF4-FFF2-40B4-BE49-F238E27FC236}">
                <a16:creationId xmlns:a16="http://schemas.microsoft.com/office/drawing/2014/main" id="{AA046105-C842-DEC2-2434-306A27D0263A}"/>
              </a:ext>
            </a:extLst>
          </p:cNvPr>
          <p:cNvSpPr txBox="1">
            <a:spLocks/>
          </p:cNvSpPr>
          <p:nvPr/>
        </p:nvSpPr>
        <p:spPr>
          <a:xfrm>
            <a:off x="6712772" y="6519817"/>
            <a:ext cx="5166389" cy="33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000" dirty="0"/>
              <a:t>* Example based on Verma | </a:t>
            </a:r>
            <a:r>
              <a:rPr lang="en-US" sz="1000" i="1" dirty="0"/>
              <a:t>Building a Neural Network from Scratch Using R</a:t>
            </a:r>
          </a:p>
        </p:txBody>
      </p:sp>
    </p:spTree>
    <p:extLst>
      <p:ext uri="{BB962C8B-B14F-4D97-AF65-F5344CB8AC3E}">
        <p14:creationId xmlns:p14="http://schemas.microsoft.com/office/powerpoint/2010/main" val="3641702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A30979-2CEF-6806-F86A-2E95713D31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5307" y="1696777"/>
            <a:ext cx="6337012" cy="4122135"/>
          </a:xfrm>
          <a:prstGeom prst="rect">
            <a:avLst/>
          </a:prstGeom>
        </p:spPr>
      </p:pic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28D16EA2-7689-8AFC-53D0-E7AF2FB69E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6594" y="1624037"/>
            <a:ext cx="4048533" cy="412579"/>
          </a:xfrm>
          <a:ln>
            <a:solidFill>
              <a:schemeClr val="accent1"/>
            </a:solidFill>
          </a:ln>
        </p:spPr>
        <p:txBody>
          <a:bodyPr/>
          <a:lstStyle/>
          <a:p>
            <a:pPr marL="186258" indent="0">
              <a:buNone/>
            </a:pPr>
            <a:r>
              <a:rPr lang="en-US" sz="1600" dirty="0"/>
              <a:t>Steps to execute a feed forward: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D4E586E-25F2-53DA-F3F6-C42370E6D7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87672" y="4952191"/>
            <a:ext cx="2905531" cy="38503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03E881E-436A-15E1-8176-A8469A408E54}"/>
              </a:ext>
            </a:extLst>
          </p:cNvPr>
          <p:cNvSpPr/>
          <p:nvPr/>
        </p:nvSpPr>
        <p:spPr>
          <a:xfrm>
            <a:off x="1039091" y="4908527"/>
            <a:ext cx="3480955" cy="4760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4D055A-0C83-6CBF-4252-7DDB6DD8012F}"/>
              </a:ext>
            </a:extLst>
          </p:cNvPr>
          <p:cNvSpPr/>
          <p:nvPr/>
        </p:nvSpPr>
        <p:spPr>
          <a:xfrm>
            <a:off x="9331037" y="3148445"/>
            <a:ext cx="1625713" cy="13508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87AD85C9-4E24-9EB0-EA07-F4B8C4D633B4}"/>
              </a:ext>
            </a:extLst>
          </p:cNvPr>
          <p:cNvSpPr txBox="1">
            <a:spLocks/>
          </p:cNvSpPr>
          <p:nvPr/>
        </p:nvSpPr>
        <p:spPr>
          <a:xfrm>
            <a:off x="415600" y="333594"/>
            <a:ext cx="11360800" cy="643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Artificial Neural Networks - Architecture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035CA6-16FC-3B92-F59D-7BA71C3663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08268" y="2138161"/>
            <a:ext cx="2052972" cy="4125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E45078B-BDE7-D0D8-508C-6F18E6AFA87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12433" y="2746595"/>
            <a:ext cx="2804535" cy="4704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9A7CE97-CD2E-F5EB-876F-36C095A8B3C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73383" y="3450394"/>
            <a:ext cx="2514951" cy="48287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FC9DA3A-BB03-2891-8D72-AB66E7F6FA2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81462" y="4269730"/>
            <a:ext cx="3210373" cy="315062"/>
          </a:xfrm>
          <a:prstGeom prst="rect">
            <a:avLst/>
          </a:prstGeom>
        </p:spPr>
      </p:pic>
      <p:sp>
        <p:nvSpPr>
          <p:cNvPr id="12" name="Title 2">
            <a:extLst>
              <a:ext uri="{FF2B5EF4-FFF2-40B4-BE49-F238E27FC236}">
                <a16:creationId xmlns:a16="http://schemas.microsoft.com/office/drawing/2014/main" id="{B54E35A7-E6F8-7871-FDE0-911209DEE70D}"/>
              </a:ext>
            </a:extLst>
          </p:cNvPr>
          <p:cNvSpPr txBox="1">
            <a:spLocks/>
          </p:cNvSpPr>
          <p:nvPr/>
        </p:nvSpPr>
        <p:spPr>
          <a:xfrm>
            <a:off x="6712772" y="6519817"/>
            <a:ext cx="5166389" cy="33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000" dirty="0"/>
              <a:t>* Example based on Verma | </a:t>
            </a:r>
            <a:r>
              <a:rPr lang="en-US" sz="1000" i="1" dirty="0"/>
              <a:t>Building a Neural Network from Scratch Using R</a:t>
            </a:r>
          </a:p>
        </p:txBody>
      </p:sp>
    </p:spTree>
    <p:extLst>
      <p:ext uri="{BB962C8B-B14F-4D97-AF65-F5344CB8AC3E}">
        <p14:creationId xmlns:p14="http://schemas.microsoft.com/office/powerpoint/2010/main" val="1066549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A30979-2CEF-6806-F86A-2E95713D31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5307" y="1696777"/>
            <a:ext cx="6337012" cy="4122135"/>
          </a:xfrm>
          <a:prstGeom prst="rect">
            <a:avLst/>
          </a:prstGeom>
        </p:spPr>
      </p:pic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28D16EA2-7689-8AFC-53D0-E7AF2FB69E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6594" y="1624037"/>
            <a:ext cx="4048533" cy="412579"/>
          </a:xfrm>
          <a:ln>
            <a:solidFill>
              <a:schemeClr val="accent1"/>
            </a:solidFill>
          </a:ln>
        </p:spPr>
        <p:txBody>
          <a:bodyPr/>
          <a:lstStyle/>
          <a:p>
            <a:pPr marL="186258" indent="0">
              <a:buNone/>
            </a:pPr>
            <a:r>
              <a:rPr lang="en-US" sz="1600" dirty="0"/>
              <a:t>Steps to execute a feed forward: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BB305ED-791E-BC93-1833-3437B4F92E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5739" y="5564966"/>
            <a:ext cx="3924848" cy="73281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5C239D8-F52D-8F80-5ADA-14174968B642}"/>
              </a:ext>
            </a:extLst>
          </p:cNvPr>
          <p:cNvSpPr/>
          <p:nvPr/>
        </p:nvSpPr>
        <p:spPr>
          <a:xfrm>
            <a:off x="754328" y="5500813"/>
            <a:ext cx="4048533" cy="8376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5D6DC5-5686-D8C5-98FF-3479EDBF688D}"/>
              </a:ext>
            </a:extLst>
          </p:cNvPr>
          <p:cNvSpPr/>
          <p:nvPr/>
        </p:nvSpPr>
        <p:spPr>
          <a:xfrm>
            <a:off x="10900064" y="3310028"/>
            <a:ext cx="1213047" cy="8432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D6C8A960-DF79-F225-4475-35C1D6B11349}"/>
              </a:ext>
            </a:extLst>
          </p:cNvPr>
          <p:cNvSpPr txBox="1">
            <a:spLocks/>
          </p:cNvSpPr>
          <p:nvPr/>
        </p:nvSpPr>
        <p:spPr>
          <a:xfrm>
            <a:off x="415600" y="333594"/>
            <a:ext cx="11360800" cy="643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Artificial Neural Networks - Architecture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F28E9B-D533-0F61-16EA-A551452DAF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08268" y="2138161"/>
            <a:ext cx="2052972" cy="4125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D30FB4-1F3B-0EA5-821A-3BDC2D9B6F9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12433" y="2746595"/>
            <a:ext cx="2804535" cy="4704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A71261B-0AD0-01DC-3879-02CD133F551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73383" y="3450394"/>
            <a:ext cx="2514951" cy="48287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D39EB05-E10A-1F13-E109-8AA37DEA884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81462" y="4269730"/>
            <a:ext cx="3210373" cy="31506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99DAE1-7553-2FDD-86CF-18689809AFE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87672" y="4952191"/>
            <a:ext cx="2905531" cy="385039"/>
          </a:xfrm>
          <a:prstGeom prst="rect">
            <a:avLst/>
          </a:prstGeom>
        </p:spPr>
      </p:pic>
      <p:sp>
        <p:nvSpPr>
          <p:cNvPr id="14" name="Title 2">
            <a:extLst>
              <a:ext uri="{FF2B5EF4-FFF2-40B4-BE49-F238E27FC236}">
                <a16:creationId xmlns:a16="http://schemas.microsoft.com/office/drawing/2014/main" id="{358FAF86-78DE-CED2-9D9F-FE3DB971A33A}"/>
              </a:ext>
            </a:extLst>
          </p:cNvPr>
          <p:cNvSpPr txBox="1">
            <a:spLocks/>
          </p:cNvSpPr>
          <p:nvPr/>
        </p:nvSpPr>
        <p:spPr>
          <a:xfrm>
            <a:off x="6712772" y="6519817"/>
            <a:ext cx="5166389" cy="33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000" dirty="0"/>
              <a:t>* Example based on Verma | </a:t>
            </a:r>
            <a:r>
              <a:rPr lang="en-US" sz="1000" i="1" dirty="0"/>
              <a:t>Building a Neural Network from Scratch Using R</a:t>
            </a:r>
          </a:p>
        </p:txBody>
      </p:sp>
    </p:spTree>
    <p:extLst>
      <p:ext uri="{BB962C8B-B14F-4D97-AF65-F5344CB8AC3E}">
        <p14:creationId xmlns:p14="http://schemas.microsoft.com/office/powerpoint/2010/main" val="552423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28D16EA2-7689-8AFC-53D0-E7AF2FB69E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6594" y="1624037"/>
            <a:ext cx="4048533" cy="412579"/>
          </a:xfrm>
          <a:ln>
            <a:solidFill>
              <a:schemeClr val="accent1"/>
            </a:solidFill>
          </a:ln>
        </p:spPr>
        <p:txBody>
          <a:bodyPr/>
          <a:lstStyle/>
          <a:p>
            <a:pPr marL="186258" indent="0">
              <a:buNone/>
            </a:pPr>
            <a:r>
              <a:rPr lang="en-US" sz="1600" dirty="0"/>
              <a:t>Steps to execute a feed forward: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A929085-2502-2940-2C86-9D38816188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1281" y="2075890"/>
            <a:ext cx="419159" cy="4667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646BBDD-A1A2-81C5-24F5-4D763C0128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2065" y="2335213"/>
            <a:ext cx="6124939" cy="270437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C721E5EA-16A1-02E4-0147-277F9E070AD1}"/>
              </a:ext>
            </a:extLst>
          </p:cNvPr>
          <p:cNvSpPr txBox="1">
            <a:spLocks/>
          </p:cNvSpPr>
          <p:nvPr/>
        </p:nvSpPr>
        <p:spPr>
          <a:xfrm>
            <a:off x="415600" y="333594"/>
            <a:ext cx="11360800" cy="643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Artificial Neural Networks - Architecture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17F5F2-8908-1462-A416-C755E5DA61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5739" y="5564966"/>
            <a:ext cx="3924848" cy="73281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D86747D-40FB-9506-20F2-9448C799145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08268" y="2138161"/>
            <a:ext cx="2052972" cy="4125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1C3F474-3D84-12BD-DC53-FBE506630EE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12433" y="2746595"/>
            <a:ext cx="2804535" cy="4704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FB6EC0-1342-AFD0-9895-1FF8F4E407E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73383" y="3450394"/>
            <a:ext cx="2514951" cy="48287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F5F2E58-C8F6-A246-5DCD-D134AC33420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81462" y="4269730"/>
            <a:ext cx="3210373" cy="31506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2F22BF7-7ACB-5F57-3958-0D638C68F03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87672" y="4952191"/>
            <a:ext cx="2905531" cy="385039"/>
          </a:xfrm>
          <a:prstGeom prst="rect">
            <a:avLst/>
          </a:prstGeom>
        </p:spPr>
      </p:pic>
      <p:sp>
        <p:nvSpPr>
          <p:cNvPr id="12" name="Title 2">
            <a:extLst>
              <a:ext uri="{FF2B5EF4-FFF2-40B4-BE49-F238E27FC236}">
                <a16:creationId xmlns:a16="http://schemas.microsoft.com/office/drawing/2014/main" id="{E961C72C-A5D3-3220-7E06-801E36ACAD65}"/>
              </a:ext>
            </a:extLst>
          </p:cNvPr>
          <p:cNvSpPr txBox="1">
            <a:spLocks/>
          </p:cNvSpPr>
          <p:nvPr/>
        </p:nvSpPr>
        <p:spPr>
          <a:xfrm>
            <a:off x="6712772" y="6519817"/>
            <a:ext cx="5166389" cy="33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000" dirty="0"/>
              <a:t>* Example based on Verma | </a:t>
            </a:r>
            <a:r>
              <a:rPr lang="en-US" sz="1000" i="1" dirty="0"/>
              <a:t>Building a Neural Network from Scratch Using R</a:t>
            </a:r>
          </a:p>
        </p:txBody>
      </p:sp>
    </p:spTree>
    <p:extLst>
      <p:ext uri="{BB962C8B-B14F-4D97-AF65-F5344CB8AC3E}">
        <p14:creationId xmlns:p14="http://schemas.microsoft.com/office/powerpoint/2010/main" val="3985795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28D16EA2-7689-8AFC-53D0-E7AF2FB69E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6594" y="1624037"/>
            <a:ext cx="4048533" cy="412579"/>
          </a:xfrm>
          <a:ln>
            <a:solidFill>
              <a:schemeClr val="accent1"/>
            </a:solidFill>
          </a:ln>
        </p:spPr>
        <p:txBody>
          <a:bodyPr/>
          <a:lstStyle/>
          <a:p>
            <a:pPr marL="186258" indent="0">
              <a:buNone/>
            </a:pPr>
            <a:r>
              <a:rPr lang="en-US" sz="1600" dirty="0"/>
              <a:t>Steps to execute a feed forward: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E1FBDD-CE91-D8CD-A934-A3E721DFB0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27154" y="1356968"/>
            <a:ext cx="5437807" cy="491355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7" name="Title 2">
            <a:extLst>
              <a:ext uri="{FF2B5EF4-FFF2-40B4-BE49-F238E27FC236}">
                <a16:creationId xmlns:a16="http://schemas.microsoft.com/office/drawing/2014/main" id="{606A0820-2203-643B-A03E-ED239C91261D}"/>
              </a:ext>
            </a:extLst>
          </p:cNvPr>
          <p:cNvSpPr txBox="1">
            <a:spLocks/>
          </p:cNvSpPr>
          <p:nvPr/>
        </p:nvSpPr>
        <p:spPr>
          <a:xfrm>
            <a:off x="415600" y="333594"/>
            <a:ext cx="11360800" cy="643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Artificial Neural Networks - Architecture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A2F018-058A-E84A-A705-1AAD50B4DD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5739" y="5564966"/>
            <a:ext cx="3924848" cy="7328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8C8997B-D44B-0E7B-8A02-BC5DB55612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08268" y="2138161"/>
            <a:ext cx="2052972" cy="4125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93C55AF-DBBA-0F88-68D2-E23A8A0075D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12433" y="2746595"/>
            <a:ext cx="2804535" cy="4704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5AFF3CC-807E-3384-16EF-746E2785A86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73383" y="3450394"/>
            <a:ext cx="2514951" cy="48287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25AF012-1520-D8CB-8819-6010D6EBCEA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81462" y="4269730"/>
            <a:ext cx="3210373" cy="31506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422C802-FADA-CF61-7E9A-60B5A71C73F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87672" y="4952191"/>
            <a:ext cx="2905531" cy="385039"/>
          </a:xfrm>
          <a:prstGeom prst="rect">
            <a:avLst/>
          </a:prstGeom>
        </p:spPr>
      </p:pic>
      <p:sp>
        <p:nvSpPr>
          <p:cNvPr id="14" name="Title 2">
            <a:extLst>
              <a:ext uri="{FF2B5EF4-FFF2-40B4-BE49-F238E27FC236}">
                <a16:creationId xmlns:a16="http://schemas.microsoft.com/office/drawing/2014/main" id="{02D814EC-33D0-C5F6-6FFC-21F9F362DAE7}"/>
              </a:ext>
            </a:extLst>
          </p:cNvPr>
          <p:cNvSpPr txBox="1">
            <a:spLocks/>
          </p:cNvSpPr>
          <p:nvPr/>
        </p:nvSpPr>
        <p:spPr>
          <a:xfrm>
            <a:off x="6712772" y="6519817"/>
            <a:ext cx="5166389" cy="33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000" dirty="0"/>
              <a:t>* Example based on Verma | </a:t>
            </a:r>
            <a:r>
              <a:rPr lang="en-US" sz="1000" i="1" dirty="0"/>
              <a:t>Building a Neural Network from Scratch Using R</a:t>
            </a:r>
          </a:p>
        </p:txBody>
      </p:sp>
    </p:spTree>
    <p:extLst>
      <p:ext uri="{BB962C8B-B14F-4D97-AF65-F5344CB8AC3E}">
        <p14:creationId xmlns:p14="http://schemas.microsoft.com/office/powerpoint/2010/main" val="150533188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28D16EA2-7689-8AFC-53D0-E7AF2FB69E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24874" y="1488321"/>
            <a:ext cx="5742253" cy="412579"/>
          </a:xfrm>
          <a:ln>
            <a:solidFill>
              <a:schemeClr val="accent1"/>
            </a:solidFill>
          </a:ln>
        </p:spPr>
        <p:txBody>
          <a:bodyPr/>
          <a:lstStyle/>
          <a:p>
            <a:pPr marL="186258" indent="0">
              <a:buNone/>
            </a:pPr>
            <a:r>
              <a:rPr lang="en-US" sz="1600" dirty="0"/>
              <a:t>How does tweaking weights optimize the program: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3863E2-DAF8-43BE-9DC9-62BCB47A3E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83514" y="2517118"/>
            <a:ext cx="7624975" cy="7775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3558BDF-2C4A-332D-1CDC-C6B0F5DA39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6367" y="4010161"/>
            <a:ext cx="5599267" cy="16632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BF5723A-F7F9-4329-0731-37E4D6E1FD55}"/>
              </a:ext>
            </a:extLst>
          </p:cNvPr>
          <p:cNvSpPr txBox="1">
            <a:spLocks/>
          </p:cNvSpPr>
          <p:nvPr/>
        </p:nvSpPr>
        <p:spPr>
          <a:xfrm>
            <a:off x="415600" y="333594"/>
            <a:ext cx="11360800" cy="643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Artificial Neural Networks - Optimization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422FA3C1-7E6A-22B9-2597-FE62AD971F9B}"/>
              </a:ext>
            </a:extLst>
          </p:cNvPr>
          <p:cNvSpPr txBox="1">
            <a:spLocks/>
          </p:cNvSpPr>
          <p:nvPr/>
        </p:nvSpPr>
        <p:spPr>
          <a:xfrm>
            <a:off x="6712772" y="6519817"/>
            <a:ext cx="5166389" cy="33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000" dirty="0"/>
              <a:t>* Example based on Verma | </a:t>
            </a:r>
            <a:r>
              <a:rPr lang="en-US" sz="1000" i="1" dirty="0"/>
              <a:t>Building a Neural Network from Scratch Using R</a:t>
            </a:r>
          </a:p>
        </p:txBody>
      </p:sp>
    </p:spTree>
    <p:extLst>
      <p:ext uri="{BB962C8B-B14F-4D97-AF65-F5344CB8AC3E}">
        <p14:creationId xmlns:p14="http://schemas.microsoft.com/office/powerpoint/2010/main" val="374091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A30979-2CEF-6806-F86A-2E95713D31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1295" y="1483948"/>
            <a:ext cx="7349411" cy="4780685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928872C-C853-06B4-612A-FD1F7ED50FAA}"/>
              </a:ext>
            </a:extLst>
          </p:cNvPr>
          <p:cNvCxnSpPr/>
          <p:nvPr/>
        </p:nvCxnSpPr>
        <p:spPr>
          <a:xfrm flipV="1">
            <a:off x="3389376" y="2566416"/>
            <a:ext cx="713232" cy="719328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530818B-8AAD-8027-E64F-FAC213960307}"/>
              </a:ext>
            </a:extLst>
          </p:cNvPr>
          <p:cNvCxnSpPr>
            <a:cxnSpLocks/>
          </p:cNvCxnSpPr>
          <p:nvPr/>
        </p:nvCxnSpPr>
        <p:spPr>
          <a:xfrm>
            <a:off x="3389376" y="3450336"/>
            <a:ext cx="652272" cy="0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F16DE48-489D-0A72-7A39-D50BFF1A3915}"/>
              </a:ext>
            </a:extLst>
          </p:cNvPr>
          <p:cNvCxnSpPr>
            <a:cxnSpLocks/>
          </p:cNvCxnSpPr>
          <p:nvPr/>
        </p:nvCxnSpPr>
        <p:spPr>
          <a:xfrm>
            <a:off x="3322320" y="3669792"/>
            <a:ext cx="719328" cy="707136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8B00B4E-6207-3058-81B6-CC2080F122E1}"/>
              </a:ext>
            </a:extLst>
          </p:cNvPr>
          <p:cNvCxnSpPr>
            <a:cxnSpLocks/>
          </p:cNvCxnSpPr>
          <p:nvPr/>
        </p:nvCxnSpPr>
        <p:spPr>
          <a:xfrm>
            <a:off x="3194304" y="3828288"/>
            <a:ext cx="908304" cy="1591056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B953D22-D5A6-F18B-2C40-BD6BC6FFD327}"/>
              </a:ext>
            </a:extLst>
          </p:cNvPr>
          <p:cNvCxnSpPr>
            <a:cxnSpLocks/>
          </p:cNvCxnSpPr>
          <p:nvPr/>
        </p:nvCxnSpPr>
        <p:spPr>
          <a:xfrm>
            <a:off x="3322320" y="4864608"/>
            <a:ext cx="719328" cy="694944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73E5DFA-49FD-E63A-7FE3-1FDCC8B27D50}"/>
              </a:ext>
            </a:extLst>
          </p:cNvPr>
          <p:cNvCxnSpPr>
            <a:cxnSpLocks/>
          </p:cNvCxnSpPr>
          <p:nvPr/>
        </p:nvCxnSpPr>
        <p:spPr>
          <a:xfrm>
            <a:off x="3389376" y="4535424"/>
            <a:ext cx="652272" cy="0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E1CBA5A-8364-D5BE-BDCF-DD022342ED47}"/>
              </a:ext>
            </a:extLst>
          </p:cNvPr>
          <p:cNvCxnSpPr>
            <a:cxnSpLocks/>
          </p:cNvCxnSpPr>
          <p:nvPr/>
        </p:nvCxnSpPr>
        <p:spPr>
          <a:xfrm flipV="1">
            <a:off x="3322320" y="3608833"/>
            <a:ext cx="719328" cy="740664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379BC7B-B03E-0DCC-4968-6762244C8514}"/>
              </a:ext>
            </a:extLst>
          </p:cNvPr>
          <p:cNvCxnSpPr>
            <a:cxnSpLocks/>
          </p:cNvCxnSpPr>
          <p:nvPr/>
        </p:nvCxnSpPr>
        <p:spPr>
          <a:xfrm flipV="1">
            <a:off x="3261360" y="2694434"/>
            <a:ext cx="908304" cy="1465095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FDF3453-3CF8-A2A9-4AC7-6A0F17FF9CFB}"/>
              </a:ext>
            </a:extLst>
          </p:cNvPr>
          <p:cNvCxnSpPr>
            <a:cxnSpLocks/>
          </p:cNvCxnSpPr>
          <p:nvPr/>
        </p:nvCxnSpPr>
        <p:spPr>
          <a:xfrm>
            <a:off x="4882896" y="2609088"/>
            <a:ext cx="816864" cy="926592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4B7168B-AF3F-61DB-4A9A-49A775B1CD70}"/>
              </a:ext>
            </a:extLst>
          </p:cNvPr>
          <p:cNvCxnSpPr>
            <a:cxnSpLocks/>
          </p:cNvCxnSpPr>
          <p:nvPr/>
        </p:nvCxnSpPr>
        <p:spPr>
          <a:xfrm>
            <a:off x="4882896" y="3426980"/>
            <a:ext cx="768096" cy="498845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EA6EF93-C46D-CDF4-77F3-4D82C9B583BE}"/>
              </a:ext>
            </a:extLst>
          </p:cNvPr>
          <p:cNvCxnSpPr>
            <a:cxnSpLocks/>
          </p:cNvCxnSpPr>
          <p:nvPr/>
        </p:nvCxnSpPr>
        <p:spPr>
          <a:xfrm flipV="1">
            <a:off x="4842509" y="4159528"/>
            <a:ext cx="857251" cy="420093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17F92EE-680E-A6EB-B7B0-9FC3DF99B7CA}"/>
              </a:ext>
            </a:extLst>
          </p:cNvPr>
          <p:cNvCxnSpPr>
            <a:cxnSpLocks/>
          </p:cNvCxnSpPr>
          <p:nvPr/>
        </p:nvCxnSpPr>
        <p:spPr>
          <a:xfrm flipV="1">
            <a:off x="4875618" y="4457700"/>
            <a:ext cx="896533" cy="1024891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2EF18282-B987-97D0-95AF-B94A2BA6591E}"/>
              </a:ext>
            </a:extLst>
          </p:cNvPr>
          <p:cNvCxnSpPr>
            <a:cxnSpLocks/>
          </p:cNvCxnSpPr>
          <p:nvPr/>
        </p:nvCxnSpPr>
        <p:spPr>
          <a:xfrm>
            <a:off x="7246410" y="3979165"/>
            <a:ext cx="529801" cy="0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2">
            <a:extLst>
              <a:ext uri="{FF2B5EF4-FFF2-40B4-BE49-F238E27FC236}">
                <a16:creationId xmlns:a16="http://schemas.microsoft.com/office/drawing/2014/main" id="{17455BF7-24AF-3A4D-9A70-EFEB2AE00D53}"/>
              </a:ext>
            </a:extLst>
          </p:cNvPr>
          <p:cNvSpPr txBox="1">
            <a:spLocks/>
          </p:cNvSpPr>
          <p:nvPr/>
        </p:nvSpPr>
        <p:spPr>
          <a:xfrm>
            <a:off x="415600" y="333594"/>
            <a:ext cx="11360800" cy="643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Artificial Neural Networks - Backpropagation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9AF9A578-C2C7-504D-46DA-F3865DADAF97}"/>
              </a:ext>
            </a:extLst>
          </p:cNvPr>
          <p:cNvSpPr txBox="1">
            <a:spLocks/>
          </p:cNvSpPr>
          <p:nvPr/>
        </p:nvSpPr>
        <p:spPr>
          <a:xfrm>
            <a:off x="6712772" y="6519817"/>
            <a:ext cx="5166389" cy="33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000" dirty="0"/>
              <a:t>* Example based on Verma | </a:t>
            </a:r>
            <a:r>
              <a:rPr lang="en-US" sz="1000" i="1" dirty="0"/>
              <a:t>Building a Neural Network from Scratch Using R</a:t>
            </a:r>
          </a:p>
        </p:txBody>
      </p:sp>
    </p:spTree>
    <p:extLst>
      <p:ext uri="{BB962C8B-B14F-4D97-AF65-F5344CB8AC3E}">
        <p14:creationId xmlns:p14="http://schemas.microsoft.com/office/powerpoint/2010/main" val="3002987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3B947D65-44F6-96D5-D326-E599BBD16F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6594" y="1624037"/>
            <a:ext cx="2749671" cy="412579"/>
          </a:xfrm>
          <a:ln>
            <a:solidFill>
              <a:schemeClr val="accent1"/>
            </a:solidFill>
          </a:ln>
        </p:spPr>
        <p:txBody>
          <a:bodyPr/>
          <a:lstStyle/>
          <a:p>
            <a:pPr marL="186258" indent="0">
              <a:buNone/>
            </a:pPr>
            <a:r>
              <a:rPr lang="en-US" sz="1600" dirty="0"/>
              <a:t>Gradient Components: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3063CE-0596-E2CC-E7FD-9B8F2E24ED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658" y="2395125"/>
            <a:ext cx="3534268" cy="30865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2A6BDAA-AC3C-D97F-9716-7DC8D3DA93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3393" y="1356967"/>
            <a:ext cx="5973009" cy="508706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Title 2">
            <a:extLst>
              <a:ext uri="{FF2B5EF4-FFF2-40B4-BE49-F238E27FC236}">
                <a16:creationId xmlns:a16="http://schemas.microsoft.com/office/drawing/2014/main" id="{ABEBDF13-11C7-7B66-4FA2-608BF0707446}"/>
              </a:ext>
            </a:extLst>
          </p:cNvPr>
          <p:cNvSpPr txBox="1">
            <a:spLocks/>
          </p:cNvSpPr>
          <p:nvPr/>
        </p:nvSpPr>
        <p:spPr>
          <a:xfrm>
            <a:off x="415600" y="333594"/>
            <a:ext cx="11360800" cy="643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Artificial Neural Networks - Backpropagation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E51BBC7-A45F-9E72-05EF-8CB54B758B35}"/>
              </a:ext>
            </a:extLst>
          </p:cNvPr>
          <p:cNvSpPr txBox="1">
            <a:spLocks/>
          </p:cNvSpPr>
          <p:nvPr/>
        </p:nvSpPr>
        <p:spPr>
          <a:xfrm>
            <a:off x="6712772" y="6519817"/>
            <a:ext cx="5166389" cy="33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000" dirty="0"/>
              <a:t>* Example based on Verma | </a:t>
            </a:r>
            <a:r>
              <a:rPr lang="en-US" sz="1000" i="1" dirty="0"/>
              <a:t>Building a Neural Network from Scratch Using R</a:t>
            </a:r>
          </a:p>
        </p:txBody>
      </p:sp>
    </p:spTree>
    <p:extLst>
      <p:ext uri="{BB962C8B-B14F-4D97-AF65-F5344CB8AC3E}">
        <p14:creationId xmlns:p14="http://schemas.microsoft.com/office/powerpoint/2010/main" val="3814575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3B947D65-44F6-96D5-D326-E599BBD16F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7767" y="1470777"/>
            <a:ext cx="1824880" cy="412579"/>
          </a:xfrm>
          <a:ln>
            <a:solidFill>
              <a:schemeClr val="accent1"/>
            </a:solidFill>
          </a:ln>
        </p:spPr>
        <p:txBody>
          <a:bodyPr/>
          <a:lstStyle/>
          <a:p>
            <a:pPr marL="186258" indent="0">
              <a:buNone/>
            </a:pPr>
            <a:r>
              <a:rPr lang="en-US" sz="1600" dirty="0"/>
              <a:t>Overall plan: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2E6FB4-C67D-1E58-900C-3D9AC36CB836}"/>
              </a:ext>
            </a:extLst>
          </p:cNvPr>
          <p:cNvSpPr txBox="1">
            <a:spLocks/>
          </p:cNvSpPr>
          <p:nvPr/>
        </p:nvSpPr>
        <p:spPr>
          <a:xfrm>
            <a:off x="415601" y="2080785"/>
            <a:ext cx="4457411" cy="3665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 typeface="Arial" panose="020B0604020202020204" pitchFamily="34" charset="0"/>
              <a:buChar char="•"/>
              <a:defRPr sz="1867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L="1219170" marR="0" lvl="1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2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/>
              <a:t>Run entire training set through forward propagation</a:t>
            </a:r>
          </a:p>
          <a:p>
            <a:endParaRPr lang="en-US" sz="1600" dirty="0"/>
          </a:p>
          <a:p>
            <a:r>
              <a:rPr lang="en-US" sz="1600" dirty="0"/>
              <a:t>Calculate total cost function</a:t>
            </a:r>
          </a:p>
          <a:p>
            <a:endParaRPr lang="en-US" sz="1600" dirty="0"/>
          </a:p>
          <a:p>
            <a:r>
              <a:rPr lang="en-US" sz="1600" dirty="0"/>
              <a:t>Calculate gradients (backpropagation)</a:t>
            </a:r>
          </a:p>
          <a:p>
            <a:endParaRPr lang="en-US" sz="1600" dirty="0"/>
          </a:p>
          <a:p>
            <a:r>
              <a:rPr lang="en-US" sz="1600" dirty="0"/>
              <a:t>Update weights by taking one step of gradient descent</a:t>
            </a:r>
            <a:br>
              <a:rPr lang="en-US" sz="1600" dirty="0"/>
            </a:br>
            <a:endParaRPr lang="en-US" sz="1600" dirty="0"/>
          </a:p>
          <a:p>
            <a:r>
              <a:rPr lang="en-US" sz="1600" dirty="0"/>
              <a:t>Repeat for given </a:t>
            </a:r>
            <a:r>
              <a:rPr lang="en-US" sz="1600" i="1" dirty="0"/>
              <a:t>n</a:t>
            </a:r>
            <a:br>
              <a:rPr lang="en-US" sz="1067" dirty="0"/>
            </a:br>
            <a:endParaRPr lang="en-US" sz="1067" dirty="0"/>
          </a:p>
          <a:p>
            <a:endParaRPr lang="en-US" sz="1600" dirty="0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367292A4-BC4B-D2E6-4B49-53F46C745A00}"/>
              </a:ext>
            </a:extLst>
          </p:cNvPr>
          <p:cNvSpPr txBox="1">
            <a:spLocks/>
          </p:cNvSpPr>
          <p:nvPr/>
        </p:nvSpPr>
        <p:spPr>
          <a:xfrm>
            <a:off x="415600" y="333594"/>
            <a:ext cx="11360800" cy="643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Artificial Neural Networks – Model Fitting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C57402D-EAA2-FD7A-EFEA-8678680ACC47}"/>
              </a:ext>
            </a:extLst>
          </p:cNvPr>
          <p:cNvSpPr txBox="1">
            <a:spLocks/>
          </p:cNvSpPr>
          <p:nvPr/>
        </p:nvSpPr>
        <p:spPr>
          <a:xfrm>
            <a:off x="6712772" y="6519817"/>
            <a:ext cx="5166389" cy="33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000" dirty="0"/>
              <a:t>* Example based on Verma | </a:t>
            </a:r>
            <a:r>
              <a:rPr lang="en-US" sz="1000" i="1" dirty="0"/>
              <a:t>Building a Neural Network from Scratch Using R</a:t>
            </a:r>
          </a:p>
        </p:txBody>
      </p:sp>
    </p:spTree>
    <p:extLst>
      <p:ext uri="{BB962C8B-B14F-4D97-AF65-F5344CB8AC3E}">
        <p14:creationId xmlns:p14="http://schemas.microsoft.com/office/powerpoint/2010/main" val="304465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3B947D65-44F6-96D5-D326-E599BBD16F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7767" y="1470777"/>
            <a:ext cx="1824880" cy="412579"/>
          </a:xfrm>
          <a:ln>
            <a:solidFill>
              <a:schemeClr val="accent1"/>
            </a:solidFill>
          </a:ln>
        </p:spPr>
        <p:txBody>
          <a:bodyPr/>
          <a:lstStyle/>
          <a:p>
            <a:pPr marL="186258" indent="0">
              <a:buNone/>
            </a:pPr>
            <a:r>
              <a:rPr lang="en-US" sz="1600" dirty="0"/>
              <a:t>Overall plan: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2E6FB4-C67D-1E58-900C-3D9AC36CB836}"/>
              </a:ext>
            </a:extLst>
          </p:cNvPr>
          <p:cNvSpPr txBox="1">
            <a:spLocks/>
          </p:cNvSpPr>
          <p:nvPr/>
        </p:nvSpPr>
        <p:spPr>
          <a:xfrm>
            <a:off x="415601" y="2080785"/>
            <a:ext cx="4457411" cy="3665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 typeface="Arial" panose="020B0604020202020204" pitchFamily="34" charset="0"/>
              <a:buChar char="•"/>
              <a:defRPr sz="1867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L="1219170" marR="0" lvl="1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2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/>
              <a:t>Run entire training set through forward propagation</a:t>
            </a:r>
          </a:p>
          <a:p>
            <a:endParaRPr lang="en-US" sz="1600" dirty="0"/>
          </a:p>
          <a:p>
            <a:r>
              <a:rPr lang="en-US" sz="1600" dirty="0"/>
              <a:t>Calculate total cost function</a:t>
            </a:r>
          </a:p>
          <a:p>
            <a:endParaRPr lang="en-US" sz="1600" dirty="0"/>
          </a:p>
          <a:p>
            <a:r>
              <a:rPr lang="en-US" sz="1600" dirty="0"/>
              <a:t>Calculate gradients (backpropagation)</a:t>
            </a:r>
          </a:p>
          <a:p>
            <a:endParaRPr lang="en-US" sz="1600" dirty="0"/>
          </a:p>
          <a:p>
            <a:r>
              <a:rPr lang="en-US" sz="1600" dirty="0"/>
              <a:t>Update weights by taking one step of gradient descent</a:t>
            </a:r>
            <a:br>
              <a:rPr lang="en-US" sz="1600" dirty="0"/>
            </a:br>
            <a:endParaRPr lang="en-US" sz="1600" dirty="0"/>
          </a:p>
          <a:p>
            <a:r>
              <a:rPr lang="en-US" sz="1600" dirty="0"/>
              <a:t>Repeat for given </a:t>
            </a:r>
            <a:r>
              <a:rPr lang="en-US" sz="1600" i="1" dirty="0"/>
              <a:t>n</a:t>
            </a:r>
            <a:br>
              <a:rPr lang="en-US" sz="1067" dirty="0"/>
            </a:br>
            <a:endParaRPr lang="en-US" sz="1067" dirty="0"/>
          </a:p>
          <a:p>
            <a:endParaRPr lang="en-US"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0A884D-0682-D3FD-F582-0D7E8FCE5E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38594" y="1356968"/>
            <a:ext cx="5437807" cy="491355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5" name="Title 2">
            <a:extLst>
              <a:ext uri="{FF2B5EF4-FFF2-40B4-BE49-F238E27FC236}">
                <a16:creationId xmlns:a16="http://schemas.microsoft.com/office/drawing/2014/main" id="{99E093F7-5CCD-4139-8ED5-25E1E7B4B989}"/>
              </a:ext>
            </a:extLst>
          </p:cNvPr>
          <p:cNvSpPr txBox="1">
            <a:spLocks/>
          </p:cNvSpPr>
          <p:nvPr/>
        </p:nvSpPr>
        <p:spPr>
          <a:xfrm>
            <a:off x="415600" y="333594"/>
            <a:ext cx="11360800" cy="643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Artificial Neural Networks – Model Fitting</a:t>
            </a: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72E4E659-EDF7-3026-B1C5-55008C28FCA5}"/>
              </a:ext>
            </a:extLst>
          </p:cNvPr>
          <p:cNvSpPr txBox="1">
            <a:spLocks/>
          </p:cNvSpPr>
          <p:nvPr/>
        </p:nvSpPr>
        <p:spPr>
          <a:xfrm>
            <a:off x="6712772" y="6519817"/>
            <a:ext cx="5166389" cy="33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000" dirty="0"/>
              <a:t>* Example based on Verma | </a:t>
            </a:r>
            <a:r>
              <a:rPr lang="en-US" sz="1000" i="1" dirty="0"/>
              <a:t>Building a Neural Network from Scratch Using R</a:t>
            </a:r>
          </a:p>
        </p:txBody>
      </p:sp>
    </p:spTree>
    <p:extLst>
      <p:ext uri="{BB962C8B-B14F-4D97-AF65-F5344CB8AC3E}">
        <p14:creationId xmlns:p14="http://schemas.microsoft.com/office/powerpoint/2010/main" val="95296459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3B947D65-44F6-96D5-D326-E599BBD16F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7767" y="1470777"/>
            <a:ext cx="1824880" cy="412579"/>
          </a:xfrm>
          <a:ln>
            <a:solidFill>
              <a:schemeClr val="accent1"/>
            </a:solidFill>
          </a:ln>
        </p:spPr>
        <p:txBody>
          <a:bodyPr/>
          <a:lstStyle/>
          <a:p>
            <a:pPr marL="186258" indent="0">
              <a:buNone/>
            </a:pPr>
            <a:r>
              <a:rPr lang="en-US" sz="1600" dirty="0"/>
              <a:t>Overall plan: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2E6FB4-C67D-1E58-900C-3D9AC36CB836}"/>
              </a:ext>
            </a:extLst>
          </p:cNvPr>
          <p:cNvSpPr txBox="1">
            <a:spLocks/>
          </p:cNvSpPr>
          <p:nvPr/>
        </p:nvSpPr>
        <p:spPr>
          <a:xfrm>
            <a:off x="415601" y="2080785"/>
            <a:ext cx="4457411" cy="3665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 typeface="Arial" panose="020B0604020202020204" pitchFamily="34" charset="0"/>
              <a:buChar char="•"/>
              <a:defRPr sz="1867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L="1219170" marR="0" lvl="1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2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/>
              <a:t>Run entire training set through forward propagation</a:t>
            </a:r>
          </a:p>
          <a:p>
            <a:endParaRPr lang="en-US" sz="1600" dirty="0"/>
          </a:p>
          <a:p>
            <a:r>
              <a:rPr lang="en-US" sz="1600" dirty="0"/>
              <a:t>Calculate total cost function</a:t>
            </a:r>
          </a:p>
          <a:p>
            <a:endParaRPr lang="en-US" sz="1600" dirty="0"/>
          </a:p>
          <a:p>
            <a:r>
              <a:rPr lang="en-US" sz="1600" dirty="0"/>
              <a:t>Calculate gradients (backpropagation)</a:t>
            </a:r>
          </a:p>
          <a:p>
            <a:endParaRPr lang="en-US" sz="1600" dirty="0"/>
          </a:p>
          <a:p>
            <a:r>
              <a:rPr lang="en-US" sz="1600" dirty="0"/>
              <a:t>Update weights by taking one step of gradient descent</a:t>
            </a:r>
            <a:br>
              <a:rPr lang="en-US" sz="1600" dirty="0"/>
            </a:br>
            <a:endParaRPr lang="en-US" sz="1600" dirty="0"/>
          </a:p>
          <a:p>
            <a:r>
              <a:rPr lang="en-US" sz="1600" dirty="0"/>
              <a:t>Repeat for given </a:t>
            </a:r>
            <a:r>
              <a:rPr lang="en-US" sz="1600" i="1" dirty="0"/>
              <a:t>n</a:t>
            </a:r>
            <a:br>
              <a:rPr lang="en-US" sz="1067" dirty="0"/>
            </a:br>
            <a:endParaRPr lang="en-US" sz="1067" dirty="0"/>
          </a:p>
          <a:p>
            <a:endParaRPr lang="en-US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F5C1F0-82A0-37E0-2565-C52BE66209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3149" y="2815207"/>
            <a:ext cx="5599267" cy="16632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Title 2">
            <a:extLst>
              <a:ext uri="{FF2B5EF4-FFF2-40B4-BE49-F238E27FC236}">
                <a16:creationId xmlns:a16="http://schemas.microsoft.com/office/drawing/2014/main" id="{524ABFDE-5884-9DE1-CFE3-F0FB3B64587E}"/>
              </a:ext>
            </a:extLst>
          </p:cNvPr>
          <p:cNvSpPr txBox="1">
            <a:spLocks/>
          </p:cNvSpPr>
          <p:nvPr/>
        </p:nvSpPr>
        <p:spPr>
          <a:xfrm>
            <a:off x="415600" y="333594"/>
            <a:ext cx="11360800" cy="643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Artificial Neural Networks – Model Fitting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30E743D-C2F4-8B8D-E1C5-4029C82F645A}"/>
              </a:ext>
            </a:extLst>
          </p:cNvPr>
          <p:cNvSpPr txBox="1">
            <a:spLocks/>
          </p:cNvSpPr>
          <p:nvPr/>
        </p:nvSpPr>
        <p:spPr>
          <a:xfrm>
            <a:off x="6712772" y="6519817"/>
            <a:ext cx="5166389" cy="33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000" dirty="0"/>
              <a:t>* Example based on Verma | </a:t>
            </a:r>
            <a:r>
              <a:rPr lang="en-US" sz="1000" i="1" dirty="0"/>
              <a:t>Building a Neural Network from Scratch Using R</a:t>
            </a:r>
          </a:p>
        </p:txBody>
      </p:sp>
    </p:spTree>
    <p:extLst>
      <p:ext uri="{BB962C8B-B14F-4D97-AF65-F5344CB8AC3E}">
        <p14:creationId xmlns:p14="http://schemas.microsoft.com/office/powerpoint/2010/main" val="293095444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3B947D65-44F6-96D5-D326-E599BBD16F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7767" y="1470777"/>
            <a:ext cx="1824880" cy="412579"/>
          </a:xfrm>
          <a:ln>
            <a:solidFill>
              <a:schemeClr val="accent1"/>
            </a:solidFill>
          </a:ln>
        </p:spPr>
        <p:txBody>
          <a:bodyPr/>
          <a:lstStyle/>
          <a:p>
            <a:pPr marL="186258" indent="0">
              <a:buNone/>
            </a:pPr>
            <a:r>
              <a:rPr lang="en-US" sz="1600" dirty="0"/>
              <a:t>Overall plan: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2E6FB4-C67D-1E58-900C-3D9AC36CB836}"/>
              </a:ext>
            </a:extLst>
          </p:cNvPr>
          <p:cNvSpPr txBox="1">
            <a:spLocks/>
          </p:cNvSpPr>
          <p:nvPr/>
        </p:nvSpPr>
        <p:spPr>
          <a:xfrm>
            <a:off x="415601" y="2080785"/>
            <a:ext cx="4457411" cy="3665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 typeface="Arial" panose="020B0604020202020204" pitchFamily="34" charset="0"/>
              <a:buChar char="•"/>
              <a:defRPr sz="1867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L="1219170" marR="0" lvl="1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2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/>
              <a:t>Run entire training set through forward propagation</a:t>
            </a:r>
          </a:p>
          <a:p>
            <a:endParaRPr lang="en-US" sz="1600" dirty="0"/>
          </a:p>
          <a:p>
            <a:r>
              <a:rPr lang="en-US" sz="1600" dirty="0"/>
              <a:t>Calculate total cost function</a:t>
            </a:r>
          </a:p>
          <a:p>
            <a:endParaRPr lang="en-US" sz="1600" dirty="0"/>
          </a:p>
          <a:p>
            <a:r>
              <a:rPr lang="en-US" sz="1600" dirty="0"/>
              <a:t>Calculate gradients (backpropagation)</a:t>
            </a:r>
          </a:p>
          <a:p>
            <a:endParaRPr lang="en-US" sz="1600" dirty="0"/>
          </a:p>
          <a:p>
            <a:r>
              <a:rPr lang="en-US" sz="1600" dirty="0"/>
              <a:t>Update weights by taking one step of gradient descent</a:t>
            </a:r>
            <a:br>
              <a:rPr lang="en-US" sz="1600" dirty="0"/>
            </a:br>
            <a:endParaRPr lang="en-US" sz="1600" dirty="0"/>
          </a:p>
          <a:p>
            <a:r>
              <a:rPr lang="en-US" sz="1600" dirty="0"/>
              <a:t>Repeat for given </a:t>
            </a:r>
            <a:r>
              <a:rPr lang="en-US" sz="1600" i="1" dirty="0"/>
              <a:t>n</a:t>
            </a:r>
            <a:br>
              <a:rPr lang="en-US" sz="1067" dirty="0"/>
            </a:br>
            <a:endParaRPr lang="en-US" sz="1067" dirty="0"/>
          </a:p>
          <a:p>
            <a:endParaRPr lang="en-US"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B1206D-382A-C0AA-D66A-08D4B5C552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3393" y="1356967"/>
            <a:ext cx="5973009" cy="508706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Title 2">
            <a:extLst>
              <a:ext uri="{FF2B5EF4-FFF2-40B4-BE49-F238E27FC236}">
                <a16:creationId xmlns:a16="http://schemas.microsoft.com/office/drawing/2014/main" id="{819EF02C-58EA-B735-E9F1-4C575874AED9}"/>
              </a:ext>
            </a:extLst>
          </p:cNvPr>
          <p:cNvSpPr txBox="1">
            <a:spLocks/>
          </p:cNvSpPr>
          <p:nvPr/>
        </p:nvSpPr>
        <p:spPr>
          <a:xfrm>
            <a:off x="415600" y="333594"/>
            <a:ext cx="11360800" cy="643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Artificial Neural Networks – Model Fitting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260BDD8E-7436-2250-0748-9614A777A833}"/>
              </a:ext>
            </a:extLst>
          </p:cNvPr>
          <p:cNvSpPr txBox="1">
            <a:spLocks/>
          </p:cNvSpPr>
          <p:nvPr/>
        </p:nvSpPr>
        <p:spPr>
          <a:xfrm>
            <a:off x="6712772" y="6519817"/>
            <a:ext cx="5166389" cy="33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000" dirty="0"/>
              <a:t>* Example based on Verma | </a:t>
            </a:r>
            <a:r>
              <a:rPr lang="en-US" sz="1000" i="1" dirty="0"/>
              <a:t>Building a Neural Network from Scratch Using R</a:t>
            </a:r>
          </a:p>
        </p:txBody>
      </p:sp>
    </p:spTree>
    <p:extLst>
      <p:ext uri="{BB962C8B-B14F-4D97-AF65-F5344CB8AC3E}">
        <p14:creationId xmlns:p14="http://schemas.microsoft.com/office/powerpoint/2010/main" val="44903528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3B947D65-44F6-96D5-D326-E599BBD16F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7767" y="1470777"/>
            <a:ext cx="1824880" cy="412579"/>
          </a:xfrm>
          <a:ln>
            <a:solidFill>
              <a:schemeClr val="accent1"/>
            </a:solidFill>
          </a:ln>
        </p:spPr>
        <p:txBody>
          <a:bodyPr/>
          <a:lstStyle/>
          <a:p>
            <a:pPr marL="186258" indent="0">
              <a:buNone/>
            </a:pPr>
            <a:r>
              <a:rPr lang="en-US" sz="1600" dirty="0"/>
              <a:t>Overall plan: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2E6FB4-C67D-1E58-900C-3D9AC36CB836}"/>
              </a:ext>
            </a:extLst>
          </p:cNvPr>
          <p:cNvSpPr txBox="1">
            <a:spLocks/>
          </p:cNvSpPr>
          <p:nvPr/>
        </p:nvSpPr>
        <p:spPr>
          <a:xfrm>
            <a:off x="415601" y="2080785"/>
            <a:ext cx="4457411" cy="3665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 typeface="Arial" panose="020B0604020202020204" pitchFamily="34" charset="0"/>
              <a:buChar char="•"/>
              <a:defRPr sz="1867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L="1219170" marR="0" lvl="1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2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/>
              <a:t>Run entire training set through forward propagation</a:t>
            </a:r>
          </a:p>
          <a:p>
            <a:endParaRPr lang="en-US" sz="1600" dirty="0"/>
          </a:p>
          <a:p>
            <a:r>
              <a:rPr lang="en-US" sz="1600" dirty="0"/>
              <a:t>Calculate total cost function</a:t>
            </a:r>
          </a:p>
          <a:p>
            <a:endParaRPr lang="en-US" sz="1600" dirty="0"/>
          </a:p>
          <a:p>
            <a:r>
              <a:rPr lang="en-US" sz="1600" dirty="0"/>
              <a:t>Calculate gradients (backpropagation)</a:t>
            </a:r>
          </a:p>
          <a:p>
            <a:endParaRPr lang="en-US" sz="1600" dirty="0"/>
          </a:p>
          <a:p>
            <a:r>
              <a:rPr lang="en-US" sz="1600" dirty="0"/>
              <a:t>Update weights by taking one step of gradient descent</a:t>
            </a:r>
            <a:br>
              <a:rPr lang="en-US" sz="1600" dirty="0"/>
            </a:br>
            <a:endParaRPr lang="en-US" sz="1600" dirty="0"/>
          </a:p>
          <a:p>
            <a:r>
              <a:rPr lang="en-US" sz="1600" dirty="0"/>
              <a:t>Repeat for given </a:t>
            </a:r>
            <a:r>
              <a:rPr lang="en-US" sz="1600" i="1" dirty="0"/>
              <a:t>n</a:t>
            </a:r>
            <a:br>
              <a:rPr lang="en-US" sz="1067" dirty="0"/>
            </a:br>
            <a:endParaRPr lang="en-US" sz="1067" dirty="0"/>
          </a:p>
          <a:p>
            <a:endParaRPr lang="en-US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753E03B-B4C1-D35C-CEF5-091EE6867F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5717" y="1413995"/>
            <a:ext cx="5510683" cy="482053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Title 2">
            <a:extLst>
              <a:ext uri="{FF2B5EF4-FFF2-40B4-BE49-F238E27FC236}">
                <a16:creationId xmlns:a16="http://schemas.microsoft.com/office/drawing/2014/main" id="{645ACCF0-9FE4-8AA6-66FA-551B36B62C90}"/>
              </a:ext>
            </a:extLst>
          </p:cNvPr>
          <p:cNvSpPr txBox="1">
            <a:spLocks/>
          </p:cNvSpPr>
          <p:nvPr/>
        </p:nvSpPr>
        <p:spPr>
          <a:xfrm>
            <a:off x="415600" y="333594"/>
            <a:ext cx="11360800" cy="643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Artificial Neural Networks – Model Fitting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FD23B5D-B041-26B2-F377-C1C1336F9D3D}"/>
              </a:ext>
            </a:extLst>
          </p:cNvPr>
          <p:cNvSpPr txBox="1">
            <a:spLocks/>
          </p:cNvSpPr>
          <p:nvPr/>
        </p:nvSpPr>
        <p:spPr>
          <a:xfrm>
            <a:off x="6712772" y="6519817"/>
            <a:ext cx="5166389" cy="33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000" dirty="0"/>
              <a:t>* Example based on Verma | </a:t>
            </a:r>
            <a:r>
              <a:rPr lang="en-US" sz="1000" i="1" dirty="0"/>
              <a:t>Building a Neural Network from Scratch Using R</a:t>
            </a:r>
          </a:p>
        </p:txBody>
      </p:sp>
    </p:spTree>
    <p:extLst>
      <p:ext uri="{BB962C8B-B14F-4D97-AF65-F5344CB8AC3E}">
        <p14:creationId xmlns:p14="http://schemas.microsoft.com/office/powerpoint/2010/main" val="172008776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3B947D65-44F6-96D5-D326-E599BBD16F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7767" y="1470777"/>
            <a:ext cx="1824880" cy="412579"/>
          </a:xfrm>
          <a:ln>
            <a:solidFill>
              <a:schemeClr val="accent1"/>
            </a:solidFill>
          </a:ln>
        </p:spPr>
        <p:txBody>
          <a:bodyPr/>
          <a:lstStyle/>
          <a:p>
            <a:pPr marL="186258" indent="0">
              <a:buNone/>
            </a:pPr>
            <a:r>
              <a:rPr lang="en-US" sz="1600" dirty="0"/>
              <a:t>Overall plan: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2E6FB4-C67D-1E58-900C-3D9AC36CB836}"/>
              </a:ext>
            </a:extLst>
          </p:cNvPr>
          <p:cNvSpPr txBox="1">
            <a:spLocks/>
          </p:cNvSpPr>
          <p:nvPr/>
        </p:nvSpPr>
        <p:spPr>
          <a:xfrm>
            <a:off x="415601" y="2080785"/>
            <a:ext cx="4457411" cy="3665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 typeface="Arial" panose="020B0604020202020204" pitchFamily="34" charset="0"/>
              <a:buChar char="•"/>
              <a:defRPr sz="1867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L="1219170" marR="0" lvl="1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2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/>
              <a:t>Run entire training set through forward propagation</a:t>
            </a:r>
          </a:p>
          <a:p>
            <a:endParaRPr lang="en-US" sz="1600" dirty="0"/>
          </a:p>
          <a:p>
            <a:r>
              <a:rPr lang="en-US" sz="1600" dirty="0"/>
              <a:t>Calculate total cost function</a:t>
            </a:r>
          </a:p>
          <a:p>
            <a:endParaRPr lang="en-US" sz="1600" dirty="0"/>
          </a:p>
          <a:p>
            <a:r>
              <a:rPr lang="en-US" sz="1600" dirty="0"/>
              <a:t>Calculate gradients (backpropagation)</a:t>
            </a:r>
          </a:p>
          <a:p>
            <a:endParaRPr lang="en-US" sz="1600" dirty="0"/>
          </a:p>
          <a:p>
            <a:r>
              <a:rPr lang="en-US" sz="1600" dirty="0"/>
              <a:t>Update weights by taking one step of gradient descent</a:t>
            </a:r>
            <a:br>
              <a:rPr lang="en-US" sz="1600" dirty="0"/>
            </a:br>
            <a:endParaRPr lang="en-US" sz="1600" dirty="0"/>
          </a:p>
          <a:p>
            <a:r>
              <a:rPr lang="en-US" sz="1600" dirty="0"/>
              <a:t>Repeat for given </a:t>
            </a:r>
            <a:r>
              <a:rPr lang="en-US" sz="1600" i="1" dirty="0"/>
              <a:t>n</a:t>
            </a:r>
            <a:br>
              <a:rPr lang="en-US" sz="1067" dirty="0"/>
            </a:br>
            <a:endParaRPr lang="en-US" sz="1067" dirty="0"/>
          </a:p>
          <a:p>
            <a:endParaRPr lang="en-US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C978BA-6921-2389-E91B-1F0EC4FC29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03396" y="1883355"/>
            <a:ext cx="7252795" cy="366539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Title 2">
            <a:extLst>
              <a:ext uri="{FF2B5EF4-FFF2-40B4-BE49-F238E27FC236}">
                <a16:creationId xmlns:a16="http://schemas.microsoft.com/office/drawing/2014/main" id="{2FA8A8D3-F1BC-D912-11EF-D4E2288441B1}"/>
              </a:ext>
            </a:extLst>
          </p:cNvPr>
          <p:cNvSpPr txBox="1">
            <a:spLocks/>
          </p:cNvSpPr>
          <p:nvPr/>
        </p:nvSpPr>
        <p:spPr>
          <a:xfrm>
            <a:off x="415600" y="333594"/>
            <a:ext cx="11360800" cy="643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Artificial Neural Networks – Model Fitting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B20A320-A912-31F1-70F6-B4F99F6A942C}"/>
              </a:ext>
            </a:extLst>
          </p:cNvPr>
          <p:cNvSpPr txBox="1">
            <a:spLocks/>
          </p:cNvSpPr>
          <p:nvPr/>
        </p:nvSpPr>
        <p:spPr>
          <a:xfrm>
            <a:off x="6712772" y="6519817"/>
            <a:ext cx="5166389" cy="33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000" dirty="0"/>
              <a:t>* Example based on Verma | </a:t>
            </a:r>
            <a:r>
              <a:rPr lang="en-US" sz="1000" i="1" dirty="0"/>
              <a:t>Building a Neural Network from Scratch Using R</a:t>
            </a:r>
          </a:p>
        </p:txBody>
      </p:sp>
    </p:spTree>
    <p:extLst>
      <p:ext uri="{BB962C8B-B14F-4D97-AF65-F5344CB8AC3E}">
        <p14:creationId xmlns:p14="http://schemas.microsoft.com/office/powerpoint/2010/main" val="120035880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3B947D65-44F6-96D5-D326-E599BBD16F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7767" y="1470777"/>
            <a:ext cx="1824880" cy="412579"/>
          </a:xfrm>
          <a:ln>
            <a:solidFill>
              <a:schemeClr val="accent1"/>
            </a:solidFill>
          </a:ln>
        </p:spPr>
        <p:txBody>
          <a:bodyPr/>
          <a:lstStyle/>
          <a:p>
            <a:pPr marL="186258" indent="0">
              <a:buNone/>
            </a:pPr>
            <a:r>
              <a:rPr lang="en-US" sz="1600" dirty="0"/>
              <a:t>Overall plan: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2E6FB4-C67D-1E58-900C-3D9AC36CB836}"/>
              </a:ext>
            </a:extLst>
          </p:cNvPr>
          <p:cNvSpPr txBox="1">
            <a:spLocks/>
          </p:cNvSpPr>
          <p:nvPr/>
        </p:nvSpPr>
        <p:spPr>
          <a:xfrm>
            <a:off x="415601" y="2080785"/>
            <a:ext cx="4457411" cy="3665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 typeface="Arial" panose="020B0604020202020204" pitchFamily="34" charset="0"/>
              <a:buChar char="•"/>
              <a:defRPr sz="1867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L="1219170" marR="0" lvl="1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2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/>
              <a:t>Run entire training set through forward propagation</a:t>
            </a:r>
          </a:p>
          <a:p>
            <a:endParaRPr lang="en-US" sz="1600" dirty="0"/>
          </a:p>
          <a:p>
            <a:r>
              <a:rPr lang="en-US" sz="1600" dirty="0"/>
              <a:t>Calculate total cost function</a:t>
            </a:r>
          </a:p>
          <a:p>
            <a:endParaRPr lang="en-US" sz="1600" dirty="0"/>
          </a:p>
          <a:p>
            <a:r>
              <a:rPr lang="en-US" sz="1600" dirty="0"/>
              <a:t>Calculate gradients (backpropagation)</a:t>
            </a:r>
          </a:p>
          <a:p>
            <a:endParaRPr lang="en-US" sz="1600" dirty="0"/>
          </a:p>
          <a:p>
            <a:r>
              <a:rPr lang="en-US" sz="1600" dirty="0"/>
              <a:t>Update weights by taking one step of gradient descent</a:t>
            </a:r>
            <a:br>
              <a:rPr lang="en-US" sz="1600" dirty="0"/>
            </a:br>
            <a:endParaRPr lang="en-US" sz="1600" dirty="0"/>
          </a:p>
          <a:p>
            <a:r>
              <a:rPr lang="en-US" sz="1600" dirty="0"/>
              <a:t>Repeat for given </a:t>
            </a:r>
            <a:r>
              <a:rPr lang="en-US" sz="1600" i="1" dirty="0"/>
              <a:t>n</a:t>
            </a:r>
            <a:br>
              <a:rPr lang="en-US" sz="1067" dirty="0"/>
            </a:br>
            <a:endParaRPr lang="en-US" sz="1067" dirty="0"/>
          </a:p>
          <a:p>
            <a:endParaRPr lang="en-US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CA09319-1470-B536-46C5-748BBD93A5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48530" y="1883356"/>
            <a:ext cx="5732791" cy="345734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DC334D4-8ACE-30E3-26D7-86E2BA9144B0}"/>
              </a:ext>
            </a:extLst>
          </p:cNvPr>
          <p:cNvSpPr txBox="1">
            <a:spLocks/>
          </p:cNvSpPr>
          <p:nvPr/>
        </p:nvSpPr>
        <p:spPr>
          <a:xfrm>
            <a:off x="415600" y="333594"/>
            <a:ext cx="11360800" cy="643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Artificial Neural Networks – Model Fitting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FDF41208-4622-C985-7EC2-1FE0F714710A}"/>
              </a:ext>
            </a:extLst>
          </p:cNvPr>
          <p:cNvSpPr txBox="1">
            <a:spLocks/>
          </p:cNvSpPr>
          <p:nvPr/>
        </p:nvSpPr>
        <p:spPr>
          <a:xfrm>
            <a:off x="6712772" y="6519817"/>
            <a:ext cx="5166389" cy="33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000" dirty="0"/>
              <a:t>* Example based on Verma | </a:t>
            </a:r>
            <a:r>
              <a:rPr lang="en-US" sz="1000" i="1" dirty="0"/>
              <a:t>Building a Neural Network from Scratch Using R</a:t>
            </a:r>
          </a:p>
        </p:txBody>
      </p:sp>
    </p:spTree>
    <p:extLst>
      <p:ext uri="{BB962C8B-B14F-4D97-AF65-F5344CB8AC3E}">
        <p14:creationId xmlns:p14="http://schemas.microsoft.com/office/powerpoint/2010/main" val="274003517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3B947D65-44F6-96D5-D326-E599BBD16F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7767" y="1470777"/>
            <a:ext cx="1824880" cy="412579"/>
          </a:xfrm>
          <a:ln>
            <a:solidFill>
              <a:schemeClr val="accent1"/>
            </a:solidFill>
          </a:ln>
        </p:spPr>
        <p:txBody>
          <a:bodyPr/>
          <a:lstStyle/>
          <a:p>
            <a:pPr marL="186258" indent="0">
              <a:buNone/>
            </a:pPr>
            <a:r>
              <a:rPr lang="en-US" sz="1600" dirty="0"/>
              <a:t>Overall plan: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2E6FB4-C67D-1E58-900C-3D9AC36CB836}"/>
              </a:ext>
            </a:extLst>
          </p:cNvPr>
          <p:cNvSpPr txBox="1">
            <a:spLocks/>
          </p:cNvSpPr>
          <p:nvPr/>
        </p:nvSpPr>
        <p:spPr>
          <a:xfrm>
            <a:off x="415601" y="2080785"/>
            <a:ext cx="4457411" cy="3665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 typeface="Arial" panose="020B0604020202020204" pitchFamily="34" charset="0"/>
              <a:buChar char="•"/>
              <a:defRPr sz="1867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L="1219170" marR="0" lvl="1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 eaLnBrk="1" hangingPunct="1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2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/>
              <a:t>Run entire training set through forward propagation</a:t>
            </a:r>
          </a:p>
          <a:p>
            <a:endParaRPr lang="en-US" sz="1600" dirty="0"/>
          </a:p>
          <a:p>
            <a:r>
              <a:rPr lang="en-US" sz="1600" dirty="0"/>
              <a:t>Calculate total cost function</a:t>
            </a:r>
          </a:p>
          <a:p>
            <a:endParaRPr lang="en-US" sz="1600" dirty="0"/>
          </a:p>
          <a:p>
            <a:r>
              <a:rPr lang="en-US" sz="1600" dirty="0"/>
              <a:t>Calculate gradients (backpropagation)</a:t>
            </a:r>
          </a:p>
          <a:p>
            <a:endParaRPr lang="en-US" sz="1600" dirty="0"/>
          </a:p>
          <a:p>
            <a:r>
              <a:rPr lang="en-US" sz="1600" dirty="0"/>
              <a:t>Update weights by taking one step of gradient descent</a:t>
            </a:r>
            <a:br>
              <a:rPr lang="en-US" sz="1600" dirty="0"/>
            </a:br>
            <a:endParaRPr lang="en-US" sz="1600" dirty="0"/>
          </a:p>
          <a:p>
            <a:r>
              <a:rPr lang="en-US" sz="1600" dirty="0"/>
              <a:t>Repeat for given </a:t>
            </a:r>
            <a:r>
              <a:rPr lang="en-US" sz="1600" i="1" dirty="0"/>
              <a:t>n</a:t>
            </a:r>
            <a:br>
              <a:rPr lang="en-US" sz="1067" dirty="0"/>
            </a:br>
            <a:endParaRPr lang="en-US" sz="1067" dirty="0"/>
          </a:p>
          <a:p>
            <a:endParaRPr lang="en-US" sz="1600" dirty="0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CB9F5DFB-5503-5D2E-088E-A6788AA762A6}"/>
              </a:ext>
            </a:extLst>
          </p:cNvPr>
          <p:cNvSpPr txBox="1">
            <a:spLocks/>
          </p:cNvSpPr>
          <p:nvPr/>
        </p:nvSpPr>
        <p:spPr>
          <a:xfrm>
            <a:off x="415600" y="333594"/>
            <a:ext cx="11360800" cy="643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Artificial Neural Networks – Model Fitting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1A0E03-87F0-CD9E-2A46-05B55B1447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7620" y="2080785"/>
            <a:ext cx="5959211" cy="28281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8BF400A2-B90D-0E59-A306-CB7890898D64}"/>
              </a:ext>
            </a:extLst>
          </p:cNvPr>
          <p:cNvSpPr txBox="1">
            <a:spLocks/>
          </p:cNvSpPr>
          <p:nvPr/>
        </p:nvSpPr>
        <p:spPr>
          <a:xfrm>
            <a:off x="6712772" y="6519817"/>
            <a:ext cx="5166389" cy="33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000" dirty="0"/>
              <a:t>* Example based on Verma | </a:t>
            </a:r>
            <a:r>
              <a:rPr lang="en-US" sz="1000" i="1" dirty="0"/>
              <a:t>Building a Neural Network from Scratch Using R</a:t>
            </a:r>
          </a:p>
        </p:txBody>
      </p:sp>
    </p:spTree>
    <p:extLst>
      <p:ext uri="{BB962C8B-B14F-4D97-AF65-F5344CB8AC3E}">
        <p14:creationId xmlns:p14="http://schemas.microsoft.com/office/powerpoint/2010/main" val="388540064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19DEA4A-5C23-31C0-43D9-AEB36AF2FA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92708" y="1107588"/>
            <a:ext cx="6239173" cy="5719241"/>
          </a:xfrm>
          <a:prstGeom prst="rect">
            <a:avLst/>
          </a:prstGeom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A838A5AA-1581-228B-0F8F-2A9047821491}"/>
              </a:ext>
            </a:extLst>
          </p:cNvPr>
          <p:cNvSpPr txBox="1">
            <a:spLocks/>
          </p:cNvSpPr>
          <p:nvPr/>
        </p:nvSpPr>
        <p:spPr>
          <a:xfrm>
            <a:off x="415600" y="333594"/>
            <a:ext cx="11360800" cy="643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Artificial Neural Networks - Efficacy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E53C174A-9363-0A0A-32F6-0057AC63AA88}"/>
              </a:ext>
            </a:extLst>
          </p:cNvPr>
          <p:cNvSpPr txBox="1">
            <a:spLocks/>
          </p:cNvSpPr>
          <p:nvPr/>
        </p:nvSpPr>
        <p:spPr>
          <a:xfrm>
            <a:off x="6712772" y="6519817"/>
            <a:ext cx="5166389" cy="33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000" dirty="0"/>
              <a:t>* Example based on Verma | </a:t>
            </a:r>
            <a:r>
              <a:rPr lang="en-US" sz="1000" i="1" dirty="0"/>
              <a:t>Building a Neural Network from Scratch Using R</a:t>
            </a:r>
          </a:p>
        </p:txBody>
      </p:sp>
    </p:spTree>
    <p:extLst>
      <p:ext uri="{BB962C8B-B14F-4D97-AF65-F5344CB8AC3E}">
        <p14:creationId xmlns:p14="http://schemas.microsoft.com/office/powerpoint/2010/main" val="331390569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19DEA4A-5C23-31C0-43D9-AEB36AF2FA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92708" y="1107588"/>
            <a:ext cx="6239173" cy="5719241"/>
          </a:xfrm>
          <a:prstGeom prst="rect">
            <a:avLst/>
          </a:prstGeo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822B8D28-ABFB-4101-9C46-8A403122C407}"/>
              </a:ext>
            </a:extLst>
          </p:cNvPr>
          <p:cNvSpPr txBox="1">
            <a:spLocks/>
          </p:cNvSpPr>
          <p:nvPr/>
        </p:nvSpPr>
        <p:spPr>
          <a:xfrm>
            <a:off x="415600" y="333594"/>
            <a:ext cx="11360800" cy="643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Artificial Neural Networks - Efficacy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928F320B-DE94-45EC-9A34-BB283AC6DD55}"/>
              </a:ext>
            </a:extLst>
          </p:cNvPr>
          <p:cNvSpPr txBox="1">
            <a:spLocks/>
          </p:cNvSpPr>
          <p:nvPr/>
        </p:nvSpPr>
        <p:spPr>
          <a:xfrm>
            <a:off x="6712772" y="6519817"/>
            <a:ext cx="5166389" cy="33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000" dirty="0"/>
              <a:t>* Example based on Verma | </a:t>
            </a:r>
            <a:r>
              <a:rPr lang="en-US" sz="1000" i="1" dirty="0"/>
              <a:t>Building a Neural Network from Scratch Using 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BA4EA1-7E5E-E922-C3A7-36E9E71793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1997" y="5830645"/>
            <a:ext cx="3608005" cy="447958"/>
          </a:xfrm>
          <a:prstGeom prst="rect">
            <a:avLst/>
          </a:prstGeom>
          <a:ln w="127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596942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19DEA4A-5C23-31C0-43D9-AEB36AF2FA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14962" y="1356968"/>
            <a:ext cx="5064199" cy="464218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9FC0564-4549-A3EE-78B4-2CA89DBFF8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7771" y="1723865"/>
            <a:ext cx="2526021" cy="171481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7" name="Title 2">
            <a:extLst>
              <a:ext uri="{FF2B5EF4-FFF2-40B4-BE49-F238E27FC236}">
                <a16:creationId xmlns:a16="http://schemas.microsoft.com/office/drawing/2014/main" id="{8411FDEA-7D32-3E09-754B-B281970CD224}"/>
              </a:ext>
            </a:extLst>
          </p:cNvPr>
          <p:cNvSpPr txBox="1">
            <a:spLocks/>
          </p:cNvSpPr>
          <p:nvPr/>
        </p:nvSpPr>
        <p:spPr>
          <a:xfrm>
            <a:off x="415600" y="333594"/>
            <a:ext cx="11360800" cy="643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Artificial Neural Networks - Packages</a:t>
            </a:r>
          </a:p>
        </p:txBody>
      </p:sp>
      <p:pic>
        <p:nvPicPr>
          <p:cNvPr id="10" name="Picture 9" descr="A group of logos with a plus sign&#10;&#10;Description automatically generated with medium confidence">
            <a:extLst>
              <a:ext uri="{FF2B5EF4-FFF2-40B4-BE49-F238E27FC236}">
                <a16:creationId xmlns:a16="http://schemas.microsoft.com/office/drawing/2014/main" id="{1882414B-34DD-A074-9236-D09DBE4CF2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7771" y="3905094"/>
            <a:ext cx="2526021" cy="155891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2A289EB-B9C9-A352-B279-69082A77D7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09490" y="5051431"/>
            <a:ext cx="2162583" cy="412579"/>
          </a:xfrm>
          <a:ln>
            <a:noFill/>
          </a:ln>
        </p:spPr>
        <p:txBody>
          <a:bodyPr/>
          <a:lstStyle/>
          <a:p>
            <a:pPr marL="186258" indent="0">
              <a:buNone/>
            </a:pPr>
            <a:r>
              <a:rPr lang="en-US" sz="1600" dirty="0"/>
              <a:t>TensorFlow for R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502EA68D-0171-FEDD-4E8A-B44C3669AEF4}"/>
              </a:ext>
            </a:extLst>
          </p:cNvPr>
          <p:cNvSpPr txBox="1">
            <a:spLocks/>
          </p:cNvSpPr>
          <p:nvPr/>
        </p:nvSpPr>
        <p:spPr>
          <a:xfrm>
            <a:off x="6712772" y="6519817"/>
            <a:ext cx="5166389" cy="33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000" dirty="0"/>
              <a:t>* Example based on Verma | </a:t>
            </a:r>
            <a:r>
              <a:rPr lang="en-US" sz="1000" i="1" dirty="0"/>
              <a:t>Building a Neural Network from Scratch Using R</a:t>
            </a:r>
          </a:p>
        </p:txBody>
      </p:sp>
    </p:spTree>
    <p:extLst>
      <p:ext uri="{BB962C8B-B14F-4D97-AF65-F5344CB8AC3E}">
        <p14:creationId xmlns:p14="http://schemas.microsoft.com/office/powerpoint/2010/main" val="4014718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yellow cover with text&#10;&#10;Description automatically generated">
            <a:extLst>
              <a:ext uri="{FF2B5EF4-FFF2-40B4-BE49-F238E27FC236}">
                <a16:creationId xmlns:a16="http://schemas.microsoft.com/office/drawing/2014/main" id="{BFF614FC-FA15-4F26-6DF0-594E52CA1C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03" y="1356968"/>
            <a:ext cx="3014680" cy="455389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66856FE-C5B0-4EBD-9264-0F9CD4FECB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54916" y="1374035"/>
            <a:ext cx="3014680" cy="451976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97BCEEB-7648-814A-1752-51D0C6BA71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26605" y="1374036"/>
            <a:ext cx="2703876" cy="455389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8FCF8B68-8EC9-1C26-1E22-4A36FE054AD6}"/>
              </a:ext>
            </a:extLst>
          </p:cNvPr>
          <p:cNvSpPr txBox="1">
            <a:spLocks/>
          </p:cNvSpPr>
          <p:nvPr/>
        </p:nvSpPr>
        <p:spPr>
          <a:xfrm>
            <a:off x="415600" y="333594"/>
            <a:ext cx="11360800" cy="643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Resources</a:t>
            </a:r>
          </a:p>
        </p:txBody>
      </p:sp>
    </p:spTree>
    <p:extLst>
      <p:ext uri="{BB962C8B-B14F-4D97-AF65-F5344CB8AC3E}">
        <p14:creationId xmlns:p14="http://schemas.microsoft.com/office/powerpoint/2010/main" val="2183215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erson in a suit with his arms crossed&#10;&#10;Description automatically generated">
            <a:extLst>
              <a:ext uri="{FF2B5EF4-FFF2-40B4-BE49-F238E27FC236}">
                <a16:creationId xmlns:a16="http://schemas.microsoft.com/office/drawing/2014/main" id="{10609133-1A23-4D28-CDBC-7585BC9844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646" y="1678474"/>
            <a:ext cx="7266709" cy="380291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Title 2">
            <a:extLst>
              <a:ext uri="{FF2B5EF4-FFF2-40B4-BE49-F238E27FC236}">
                <a16:creationId xmlns:a16="http://schemas.microsoft.com/office/drawing/2014/main" id="{C202E65D-6FE4-D2F5-C705-1A31426FE8BF}"/>
              </a:ext>
            </a:extLst>
          </p:cNvPr>
          <p:cNvSpPr txBox="1">
            <a:spLocks/>
          </p:cNvSpPr>
          <p:nvPr/>
        </p:nvSpPr>
        <p:spPr>
          <a:xfrm>
            <a:off x="415600" y="333594"/>
            <a:ext cx="11360800" cy="643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Resources</a:t>
            </a:r>
          </a:p>
        </p:txBody>
      </p:sp>
    </p:spTree>
    <p:extLst>
      <p:ext uri="{BB962C8B-B14F-4D97-AF65-F5344CB8AC3E}">
        <p14:creationId xmlns:p14="http://schemas.microsoft.com/office/powerpoint/2010/main" val="239534977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92AF0A7-89B5-EA05-99D5-25C9D54739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6238" y="1191223"/>
            <a:ext cx="7479525" cy="481039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68C4F7B4-2CEE-4F98-C72C-223EE8E22F1E}"/>
              </a:ext>
            </a:extLst>
          </p:cNvPr>
          <p:cNvSpPr txBox="1">
            <a:spLocks/>
          </p:cNvSpPr>
          <p:nvPr/>
        </p:nvSpPr>
        <p:spPr>
          <a:xfrm>
            <a:off x="415600" y="333594"/>
            <a:ext cx="11360800" cy="643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Resources</a:t>
            </a:r>
          </a:p>
        </p:txBody>
      </p:sp>
    </p:spTree>
    <p:extLst>
      <p:ext uri="{BB962C8B-B14F-4D97-AF65-F5344CB8AC3E}">
        <p14:creationId xmlns:p14="http://schemas.microsoft.com/office/powerpoint/2010/main" val="211535553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92AF0A7-89B5-EA05-99D5-25C9D54739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76649" y="1191223"/>
            <a:ext cx="6838703" cy="481039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D477536A-C33E-DCB7-3BC5-2B500EE024AE}"/>
              </a:ext>
            </a:extLst>
          </p:cNvPr>
          <p:cNvSpPr txBox="1">
            <a:spLocks/>
          </p:cNvSpPr>
          <p:nvPr/>
        </p:nvSpPr>
        <p:spPr>
          <a:xfrm>
            <a:off x="415600" y="333594"/>
            <a:ext cx="11360800" cy="643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Resources</a:t>
            </a:r>
          </a:p>
        </p:txBody>
      </p:sp>
    </p:spTree>
    <p:extLst>
      <p:ext uri="{BB962C8B-B14F-4D97-AF65-F5344CB8AC3E}">
        <p14:creationId xmlns:p14="http://schemas.microsoft.com/office/powerpoint/2010/main" val="229382451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92AF0A7-89B5-EA05-99D5-25C9D54739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38119" y="1191223"/>
            <a:ext cx="6715760" cy="481039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7A8F21F1-8602-6D48-8002-993DBD84DB25}"/>
              </a:ext>
            </a:extLst>
          </p:cNvPr>
          <p:cNvSpPr txBox="1">
            <a:spLocks/>
          </p:cNvSpPr>
          <p:nvPr/>
        </p:nvSpPr>
        <p:spPr>
          <a:xfrm>
            <a:off x="415600" y="333594"/>
            <a:ext cx="11360800" cy="643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Resources</a:t>
            </a:r>
          </a:p>
        </p:txBody>
      </p:sp>
    </p:spTree>
    <p:extLst>
      <p:ext uri="{BB962C8B-B14F-4D97-AF65-F5344CB8AC3E}">
        <p14:creationId xmlns:p14="http://schemas.microsoft.com/office/powerpoint/2010/main" val="36254052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92AF0A7-89B5-EA05-99D5-25C9D54739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97701" y="1191223"/>
            <a:ext cx="5996595" cy="481039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F142C3F1-5B94-73A1-2564-FFCBBE35B996}"/>
              </a:ext>
            </a:extLst>
          </p:cNvPr>
          <p:cNvSpPr txBox="1">
            <a:spLocks/>
          </p:cNvSpPr>
          <p:nvPr/>
        </p:nvSpPr>
        <p:spPr>
          <a:xfrm>
            <a:off x="415600" y="333594"/>
            <a:ext cx="11360800" cy="643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Resources</a:t>
            </a:r>
          </a:p>
        </p:txBody>
      </p:sp>
    </p:spTree>
    <p:extLst>
      <p:ext uri="{BB962C8B-B14F-4D97-AF65-F5344CB8AC3E}">
        <p14:creationId xmlns:p14="http://schemas.microsoft.com/office/powerpoint/2010/main" val="236043746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F142C3F1-5B94-73A1-2564-FFCBBE35B996}"/>
              </a:ext>
            </a:extLst>
          </p:cNvPr>
          <p:cNvSpPr txBox="1">
            <a:spLocks/>
          </p:cNvSpPr>
          <p:nvPr/>
        </p:nvSpPr>
        <p:spPr>
          <a:xfrm>
            <a:off x="415600" y="333594"/>
            <a:ext cx="11360800" cy="643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Resources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0A2745-1249-877D-E9C8-ED426F08044B}"/>
              </a:ext>
            </a:extLst>
          </p:cNvPr>
          <p:cNvSpPr txBox="1"/>
          <p:nvPr/>
        </p:nvSpPr>
        <p:spPr>
          <a:xfrm>
            <a:off x="2277491" y="2543112"/>
            <a:ext cx="7637018" cy="1984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latin typeface="+mj-lt"/>
              </a:rPr>
              <a:t>Please feel free to reach out if you would like copies of the scripts used in this presentation: </a:t>
            </a:r>
          </a:p>
          <a:p>
            <a:pPr algn="ctr"/>
            <a:br>
              <a:rPr lang="en-US" sz="2400" i="1" dirty="0">
                <a:latin typeface="+mj-lt"/>
              </a:rPr>
            </a:br>
            <a:r>
              <a:rPr lang="en-US" sz="2400" i="1" dirty="0">
                <a:latin typeface="+mj-lt"/>
              </a:rPr>
              <a:t>Steve VanDenDriessche</a:t>
            </a:r>
            <a:br>
              <a:rPr lang="en-US" sz="2400" i="1" dirty="0">
                <a:latin typeface="+mj-lt"/>
              </a:rPr>
            </a:br>
            <a:r>
              <a:rPr lang="en-US" sz="2400" i="1" dirty="0">
                <a:latin typeface="+mj-lt"/>
              </a:rPr>
              <a:t>Steven.VanDenDriessche@onrr.gov</a:t>
            </a:r>
          </a:p>
        </p:txBody>
      </p:sp>
    </p:spTree>
    <p:extLst>
      <p:ext uri="{BB962C8B-B14F-4D97-AF65-F5344CB8AC3E}">
        <p14:creationId xmlns:p14="http://schemas.microsoft.com/office/powerpoint/2010/main" val="308772050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AF28D09-1493-8DD7-CA9B-84A22DF10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333594"/>
            <a:ext cx="11360800" cy="643151"/>
          </a:xfrm>
        </p:spPr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C1FCD9-F2F4-5552-9F03-64897416AC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599" y="1103971"/>
            <a:ext cx="11360800" cy="5107259"/>
          </a:xfrm>
        </p:spPr>
        <p:txBody>
          <a:bodyPr/>
          <a:lstStyle/>
          <a:p>
            <a:pPr marL="457189">
              <a:lnSpc>
                <a:spcPct val="10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n-US" sz="1200" dirty="0"/>
              <a:t>G. James, D. Witten, T. Hastie, R. Tibshirani. </a:t>
            </a:r>
            <a:r>
              <a:rPr lang="en-US" sz="1200" i="1" dirty="0"/>
              <a:t>An Introduction to Statistical Learning with Applications in R</a:t>
            </a:r>
            <a:r>
              <a:rPr lang="en-US" sz="1200" dirty="0"/>
              <a:t>. Springer Publishing Co., New York, 2013. ISBN 978-1-4614-7137-0.</a:t>
            </a:r>
          </a:p>
          <a:p>
            <a:pPr marL="457189">
              <a:lnSpc>
                <a:spcPct val="10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n-US" sz="1200" dirty="0"/>
              <a:t>T. Mitchell. </a:t>
            </a:r>
            <a:r>
              <a:rPr lang="en-US" sz="1200" i="1" dirty="0"/>
              <a:t>Machine Learning</a:t>
            </a:r>
            <a:r>
              <a:rPr lang="en-US" sz="1200" dirty="0"/>
              <a:t>. MIT Press and The McGraw-Hill Companies, Inc., New York, 1997. ISBN 978-0-0704-2870-2.</a:t>
            </a:r>
          </a:p>
          <a:p>
            <a:pPr marL="457189">
              <a:lnSpc>
                <a:spcPct val="10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n-US" sz="1200" dirty="0"/>
              <a:t>H. Wickham, G. Grolemund. </a:t>
            </a:r>
            <a:r>
              <a:rPr lang="en-US" sz="1200" i="1" dirty="0"/>
              <a:t>R for Data Science Import, Tidy, Transform, Visualize, and Model Data</a:t>
            </a:r>
            <a:r>
              <a:rPr lang="en-US" sz="1200" dirty="0"/>
              <a:t>. O’Reilly Media Inc., Sebastopol, CA, 2017. ISBN 978-1-491-91039-9.</a:t>
            </a:r>
          </a:p>
          <a:p>
            <a:pPr marL="457189">
              <a:lnSpc>
                <a:spcPct val="10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n-US" sz="1200" dirty="0"/>
              <a:t>A. Awan. </a:t>
            </a:r>
            <a:r>
              <a:rPr lang="en-US" sz="1200" i="1" dirty="0"/>
              <a:t>Building Neural Network (NN) Models in R.</a:t>
            </a:r>
            <a:r>
              <a:rPr lang="en-US" sz="1200" dirty="0"/>
              <a:t> Datacamp. 2023. Accessed 4/23/2024.</a:t>
            </a:r>
            <a:br>
              <a:rPr lang="en-US" sz="1200" dirty="0"/>
            </a:br>
            <a:r>
              <a:rPr lang="en-US" sz="1200" dirty="0"/>
              <a:t>&lt;https://www.datacamp.com/tutorial/neural-network-models-r&gt;</a:t>
            </a:r>
          </a:p>
          <a:p>
            <a:pPr marL="457189">
              <a:lnSpc>
                <a:spcPct val="10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n-US" sz="1200" dirty="0"/>
              <a:t>C. Bare. </a:t>
            </a:r>
            <a:r>
              <a:rPr lang="en-US" sz="1200" i="1" dirty="0"/>
              <a:t>Linear Regression by Gradient Descent.</a:t>
            </a:r>
            <a:r>
              <a:rPr lang="en-US" sz="1200" dirty="0"/>
              <a:t> R-bloggers. 2012. Accessed 4/23/2024.</a:t>
            </a:r>
            <a:br>
              <a:rPr lang="en-US" sz="1200" dirty="0"/>
            </a:br>
            <a:r>
              <a:rPr lang="en-US" sz="1200" dirty="0"/>
              <a:t>&lt;https://www.r-bloggers.com/2012/07/linear-regression-by-gradient-descent/&gt;</a:t>
            </a:r>
          </a:p>
          <a:p>
            <a:pPr marL="457189">
              <a:lnSpc>
                <a:spcPct val="10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n-US" sz="1200" dirty="0"/>
              <a:t>F. de Abreu. </a:t>
            </a:r>
            <a:r>
              <a:rPr lang="en-US" sz="1200" i="1" dirty="0"/>
              <a:t>Gradient Descent in R</a:t>
            </a:r>
            <a:r>
              <a:rPr lang="en-US" sz="1200" dirty="0"/>
              <a:t>. R-bloggers. 2023. Accessed 4/23/2024.</a:t>
            </a:r>
            <a:br>
              <a:rPr lang="en-US" sz="1200" dirty="0"/>
            </a:br>
            <a:r>
              <a:rPr lang="en-US" sz="1200" dirty="0"/>
              <a:t>&lt;https://www.r-bloggers.com/2023/04/gradient-descent-in-r-2/&gt;</a:t>
            </a:r>
          </a:p>
          <a:p>
            <a:pPr marL="457189">
              <a:lnSpc>
                <a:spcPct val="10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n-US" sz="1200" dirty="0"/>
              <a:t>C. Ford. </a:t>
            </a:r>
            <a:r>
              <a:rPr lang="en-US" sz="1200" i="1" dirty="0"/>
              <a:t>Load_planar_dataset.R. </a:t>
            </a:r>
            <a:r>
              <a:rPr lang="en-US" sz="1200" dirty="0"/>
              <a:t>GitHub Gist. 2020. Accessed 4/23/2024.</a:t>
            </a:r>
            <a:br>
              <a:rPr lang="en-US" sz="1200" dirty="0"/>
            </a:br>
            <a:r>
              <a:rPr lang="en-US" sz="1200" dirty="0"/>
              <a:t>&lt;https://gist.github.com/clayford/92b661115536efedb0a87ddde850a185/revisions&gt;</a:t>
            </a:r>
          </a:p>
          <a:p>
            <a:pPr marL="457189">
              <a:lnSpc>
                <a:spcPct val="10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n-US" sz="1200" dirty="0"/>
              <a:t>D. Oehm. </a:t>
            </a:r>
            <a:r>
              <a:rPr lang="en-US" sz="1200" i="1" dirty="0"/>
              <a:t>Applying Gradient Descent – Primer/Refresher.</a:t>
            </a:r>
            <a:r>
              <a:rPr lang="en-US" sz="1200" dirty="0"/>
              <a:t> R-bloggers. 2019. Accessed 4/23/2024.</a:t>
            </a:r>
            <a:br>
              <a:rPr lang="en-US" sz="1200" dirty="0"/>
            </a:br>
            <a:r>
              <a:rPr lang="en-US" sz="1200" dirty="0"/>
              <a:t>&lt;https://www.r-bloggers.com/2019/04/applying-gradient-descent-primer-refresher/&gt;</a:t>
            </a:r>
          </a:p>
          <a:p>
            <a:pPr marL="457189">
              <a:lnSpc>
                <a:spcPct val="10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n-US" sz="1200" dirty="0"/>
              <a:t>A. Verma. </a:t>
            </a:r>
            <a:r>
              <a:rPr lang="en-US" sz="1200" i="1" dirty="0"/>
              <a:t>Building a Neural Net from Scratch Using R – Part 1. </a:t>
            </a:r>
            <a:r>
              <a:rPr lang="en-US" sz="1200" dirty="0"/>
              <a:t>R Views. 2020. Accessed 4/23/2024.</a:t>
            </a:r>
            <a:br>
              <a:rPr lang="en-US" sz="1200" dirty="0"/>
            </a:br>
            <a:r>
              <a:rPr lang="en-US" sz="1200" dirty="0"/>
              <a:t>&lt;https://rviews.rstudio.com/2020/07/20/shallow-neural-net-from-scratch-using-r-part-1/&gt;</a:t>
            </a:r>
          </a:p>
          <a:p>
            <a:pPr marL="457189">
              <a:lnSpc>
                <a:spcPct val="10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n-US" sz="1200" dirty="0"/>
              <a:t>A. Verma. </a:t>
            </a:r>
            <a:r>
              <a:rPr lang="en-US" sz="1200" i="1" dirty="0"/>
              <a:t>Building a Neural Net from Scratch Using R – Part 2. </a:t>
            </a:r>
            <a:r>
              <a:rPr lang="en-US" sz="1200" dirty="0"/>
              <a:t>R Views. 2020. Accessed 4/23/2024.</a:t>
            </a:r>
            <a:br>
              <a:rPr lang="en-US" sz="1200" dirty="0"/>
            </a:br>
            <a:r>
              <a:rPr lang="en-US" sz="1200" dirty="0"/>
              <a:t>&lt;https://rviews.rstudio.com/2020/07/24/building-a-neural-net-from-scratch-using-r-part-2/&gt;</a:t>
            </a:r>
          </a:p>
          <a:p>
            <a:pPr>
              <a:buFont typeface="+mj-lt"/>
              <a:buAutoNum type="arabicPeriod"/>
            </a:pPr>
            <a:endParaRPr lang="en-US" sz="1067" dirty="0"/>
          </a:p>
        </p:txBody>
      </p:sp>
    </p:spTree>
    <p:extLst>
      <p:ext uri="{BB962C8B-B14F-4D97-AF65-F5344CB8AC3E}">
        <p14:creationId xmlns:p14="http://schemas.microsoft.com/office/powerpoint/2010/main" val="509572199"/>
      </p:ext>
    </p:extLst>
  </p:cSld>
  <p:clrMapOvr>
    <a:masterClrMapping/>
  </p:clrMapOvr>
</p:sld>
</file>

<file path=ppt/theme/theme1.xml><?xml version="1.0" encoding="utf-8"?>
<a:theme xmlns:a="http://schemas.openxmlformats.org/drawingml/2006/main" name="1_ODDD">
  <a:themeElements>
    <a:clrScheme name="NRRD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534AAE"/>
      </a:accent1>
      <a:accent2>
        <a:srgbClr val="52A5D4"/>
      </a:accent2>
      <a:accent3>
        <a:srgbClr val="005024"/>
      </a:accent3>
      <a:accent4>
        <a:srgbClr val="650D79"/>
      </a:accent4>
      <a:accent5>
        <a:srgbClr val="ECB947"/>
      </a:accent5>
      <a:accent6>
        <a:srgbClr val="BFBFBF"/>
      </a:accent6>
      <a:hlink>
        <a:srgbClr val="004A74"/>
      </a:hlink>
      <a:folHlink>
        <a:srgbClr val="000051"/>
      </a:folHlink>
    </a:clrScheme>
    <a:fontScheme name="Verdana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DBEA6C71-5D03-4C2D-AA24-39F0AC56B4CB}" vid="{C0923926-D434-48C5-BDCC-693E6B1E64FB}"/>
    </a:ext>
  </a:extLst>
</a:theme>
</file>

<file path=ppt/theme/theme2.xml><?xml version="1.0" encoding="utf-8"?>
<a:theme xmlns:a="http://schemas.openxmlformats.org/drawingml/2006/main" name="4_ODDD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pdated template " id="{DF10B969-5D36-4A62-8929-84BC7C20D04B}" vid="{9CD1CE43-3E0D-4850-81C0-6CDDD07787E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6aa3f2d-47b8-4a75-a8f5-1c0f60bcb387">
      <Terms xmlns="http://schemas.microsoft.com/office/infopath/2007/PartnerControls"/>
    </lcf76f155ced4ddcb4097134ff3c332f>
    <TaxCatchAll xmlns="31062a0d-ede8-4112-b4bb-00a9c1bc8e16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B730AABDB1BD4D9A9535349D5EF5B7" ma:contentTypeVersion="16" ma:contentTypeDescription="Create a new document." ma:contentTypeScope="" ma:versionID="fc41104f159359ff230d874a26bdbe58">
  <xsd:schema xmlns:xsd="http://www.w3.org/2001/XMLSchema" xmlns:xs="http://www.w3.org/2001/XMLSchema" xmlns:p="http://schemas.microsoft.com/office/2006/metadata/properties" xmlns:ns2="16aa3f2d-47b8-4a75-a8f5-1c0f60bcb387" xmlns:ns3="d36856fe-d4a9-4f0b-87a7-8fa063632c32" xmlns:ns4="31062a0d-ede8-4112-b4bb-00a9c1bc8e16" targetNamespace="http://schemas.microsoft.com/office/2006/metadata/properties" ma:root="true" ma:fieldsID="7acb0bb814f6fdfbcd97e3342c40b249" ns2:_="" ns3:_="" ns4:_="">
    <xsd:import namespace="16aa3f2d-47b8-4a75-a8f5-1c0f60bcb387"/>
    <xsd:import namespace="d36856fe-d4a9-4f0b-87a7-8fa063632c32"/>
    <xsd:import namespace="31062a0d-ede8-4112-b4bb-00a9c1bc8e1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aa3f2d-47b8-4a75-a8f5-1c0f60bcb38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9c5df3ad-b4e5-45d1-88c9-23db5f1fe61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6856fe-d4a9-4f0b-87a7-8fa063632c32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062a0d-ede8-4112-b4bb-00a9c1bc8e16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5b91ae15-c7a4-4293-b595-6fb85f51c105}" ma:internalName="TaxCatchAll" ma:showField="CatchAllData" ma:web="d36856fe-d4a9-4f0b-87a7-8fa063632c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3F018A8-EDFA-4E5F-9802-142418748F7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3ACDFCA-C890-4222-A983-463FEF462406}">
  <ds:schemaRefs>
    <ds:schemaRef ds:uri="http://schemas.microsoft.com/office/2006/metadata/properties"/>
    <ds:schemaRef ds:uri="http://schemas.microsoft.com/office/infopath/2007/PartnerControls"/>
    <ds:schemaRef ds:uri="16aa3f2d-47b8-4a75-a8f5-1c0f60bcb387"/>
    <ds:schemaRef ds:uri="31062a0d-ede8-4112-b4bb-00a9c1bc8e16"/>
  </ds:schemaRefs>
</ds:datastoreItem>
</file>

<file path=customXml/itemProps3.xml><?xml version="1.0" encoding="utf-8"?>
<ds:datastoreItem xmlns:ds="http://schemas.openxmlformats.org/officeDocument/2006/customXml" ds:itemID="{7B39BA13-6E9B-4D8A-B167-A1EF041DDE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6aa3f2d-47b8-4a75-a8f5-1c0f60bcb387"/>
    <ds:schemaRef ds:uri="d36856fe-d4a9-4f0b-87a7-8fa063632c32"/>
    <ds:schemaRef ds:uri="31062a0d-ede8-4112-b4bb-00a9c1bc8e1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ONRR-ODDD-PowerPoint-Template</Template>
  <TotalTime>15304</TotalTime>
  <Words>2581</Words>
  <Application>Microsoft Office PowerPoint</Application>
  <PresentationFormat>Widescreen</PresentationFormat>
  <Paragraphs>450</Paragraphs>
  <Slides>74</Slides>
  <Notes>74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74</vt:i4>
      </vt:variant>
    </vt:vector>
  </HeadingPairs>
  <TitlesOfParts>
    <vt:vector size="80" baseType="lpstr">
      <vt:lpstr>Arial</vt:lpstr>
      <vt:lpstr>Calibri</vt:lpstr>
      <vt:lpstr>Cambria Math</vt:lpstr>
      <vt:lpstr>Verdana</vt:lpstr>
      <vt:lpstr>1_ODDD</vt:lpstr>
      <vt:lpstr>4_ODDD</vt:lpstr>
      <vt:lpstr>PowerPoint Presentation</vt:lpstr>
      <vt:lpstr>Background - History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2: Research Methods</dc:title>
  <dc:creator>Mcnally, Alexandra C</dc:creator>
  <cp:lastModifiedBy>VanDenDriessche, Steven M (Federal)</cp:lastModifiedBy>
  <cp:revision>41</cp:revision>
  <dcterms:created xsi:type="dcterms:W3CDTF">2024-02-14T22:31:38Z</dcterms:created>
  <dcterms:modified xsi:type="dcterms:W3CDTF">2024-05-20T16:42:44Z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0x01010076B730AABDB1BD4D9A9535349D5EF5B7</vt:lpwstr>
  </property>
  <property fmtid="{D5CDD505-2E9C-101B-9397-08002B2CF9AE}" pid="3" name="MediaServiceImageTags">
    <vt:lpwstr/>
  </property>
</Properties>
</file>